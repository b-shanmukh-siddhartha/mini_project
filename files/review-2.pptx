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2" r:id="rId17"/>
    <p:sldId id="261" r:id="rId1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D0768A-ECF1-475A-9B09-21CB92EA8842}" v="1" dt="2024-11-27T08:03:06.3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microsoft.com/office/2015/10/relationships/revisionInfo" Target="revisionInfo.xml"/><Relationship Id="rId5" Type="http://schemas.openxmlformats.org/officeDocument/2006/relationships/slideMaster" Target="slideMasters/slideMaster5.xml"/><Relationship Id="rId15" Type="http://schemas.openxmlformats.org/officeDocument/2006/relationships/slide" Target="slides/slide4.xml"/><Relationship Id="rId23" Type="http://schemas.microsoft.com/office/2016/11/relationships/changesInfo" Target="changesInfos/changesInfo1.xml"/><Relationship Id="rId10" Type="http://schemas.openxmlformats.org/officeDocument/2006/relationships/slideMaster" Target="slideMasters/slideMaster10.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mukhasiddhartha01@gmail.com" userId="1de768e24f73fd33" providerId="LiveId" clId="{959FC7B2-1EAD-4FA1-847D-9078B8E7F41F}"/>
    <pc:docChg chg="custSel modSld sldOrd">
      <pc:chgData name="shanmukhasiddhartha01@gmail.com" userId="1de768e24f73fd33" providerId="LiveId" clId="{959FC7B2-1EAD-4FA1-847D-9078B8E7F41F}" dt="2024-10-23T00:33:54.301" v="300" actId="255"/>
      <pc:docMkLst>
        <pc:docMk/>
      </pc:docMkLst>
      <pc:sldChg chg="modSp mod">
        <pc:chgData name="shanmukhasiddhartha01@gmail.com" userId="1de768e24f73fd33" providerId="LiveId" clId="{959FC7B2-1EAD-4FA1-847D-9078B8E7F41F}" dt="2024-10-23T00:22:30.887" v="28" actId="20577"/>
        <pc:sldMkLst>
          <pc:docMk/>
          <pc:sldMk cId="0" sldId="256"/>
        </pc:sldMkLst>
        <pc:spChg chg="mod">
          <ac:chgData name="shanmukhasiddhartha01@gmail.com" userId="1de768e24f73fd33" providerId="LiveId" clId="{959FC7B2-1EAD-4FA1-847D-9078B8E7F41F}" dt="2024-10-23T00:22:30.887" v="28" actId="20577"/>
          <ac:spMkLst>
            <pc:docMk/>
            <pc:sldMk cId="0" sldId="256"/>
            <ac:spMk id="51" creationId="{00000000-0000-0000-0000-000000000000}"/>
          </ac:spMkLst>
        </pc:spChg>
      </pc:sldChg>
      <pc:sldChg chg="modSp mod">
        <pc:chgData name="shanmukhasiddhartha01@gmail.com" userId="1de768e24f73fd33" providerId="LiveId" clId="{959FC7B2-1EAD-4FA1-847D-9078B8E7F41F}" dt="2024-10-23T00:24:17.594" v="70" actId="1036"/>
        <pc:sldMkLst>
          <pc:docMk/>
          <pc:sldMk cId="0" sldId="257"/>
        </pc:sldMkLst>
        <pc:spChg chg="mod">
          <ac:chgData name="shanmukhasiddhartha01@gmail.com" userId="1de768e24f73fd33" providerId="LiveId" clId="{959FC7B2-1EAD-4FA1-847D-9078B8E7F41F}" dt="2024-10-23T00:24:02.102" v="69" actId="20577"/>
          <ac:spMkLst>
            <pc:docMk/>
            <pc:sldMk cId="0" sldId="257"/>
            <ac:spMk id="3" creationId="{00000000-0000-0000-0000-000000000000}"/>
          </ac:spMkLst>
        </pc:spChg>
        <pc:spChg chg="mod">
          <ac:chgData name="shanmukhasiddhartha01@gmail.com" userId="1de768e24f73fd33" providerId="LiveId" clId="{959FC7B2-1EAD-4FA1-847D-9078B8E7F41F}" dt="2024-10-23T00:24:17.594" v="70" actId="1036"/>
          <ac:spMkLst>
            <pc:docMk/>
            <pc:sldMk cId="0" sldId="257"/>
            <ac:spMk id="56" creationId="{00000000-0000-0000-0000-000000000000}"/>
          </ac:spMkLst>
        </pc:spChg>
      </pc:sldChg>
      <pc:sldChg chg="modSp mod">
        <pc:chgData name="shanmukhasiddhartha01@gmail.com" userId="1de768e24f73fd33" providerId="LiveId" clId="{959FC7B2-1EAD-4FA1-847D-9078B8E7F41F}" dt="2024-10-23T00:27:06.027" v="153" actId="20577"/>
        <pc:sldMkLst>
          <pc:docMk/>
          <pc:sldMk cId="0" sldId="258"/>
        </pc:sldMkLst>
        <pc:spChg chg="mod">
          <ac:chgData name="shanmukhasiddhartha01@gmail.com" userId="1de768e24f73fd33" providerId="LiveId" clId="{959FC7B2-1EAD-4FA1-847D-9078B8E7F41F}" dt="2024-10-23T00:27:06.027" v="153" actId="20577"/>
          <ac:spMkLst>
            <pc:docMk/>
            <pc:sldMk cId="0" sldId="258"/>
            <ac:spMk id="3" creationId="{00000000-0000-0000-0000-000000000000}"/>
          </ac:spMkLst>
        </pc:spChg>
        <pc:spChg chg="mod">
          <ac:chgData name="shanmukhasiddhartha01@gmail.com" userId="1de768e24f73fd33" providerId="LiveId" clId="{959FC7B2-1EAD-4FA1-847D-9078B8E7F41F}" dt="2024-10-23T00:24:55.831" v="91" actId="20577"/>
          <ac:spMkLst>
            <pc:docMk/>
            <pc:sldMk cId="0" sldId="258"/>
            <ac:spMk id="59" creationId="{00000000-0000-0000-0000-000000000000}"/>
          </ac:spMkLst>
        </pc:spChg>
      </pc:sldChg>
      <pc:sldChg chg="modSp mod ord">
        <pc:chgData name="shanmukhasiddhartha01@gmail.com" userId="1de768e24f73fd33" providerId="LiveId" clId="{959FC7B2-1EAD-4FA1-847D-9078B8E7F41F}" dt="2024-10-23T00:27:12.900" v="155"/>
        <pc:sldMkLst>
          <pc:docMk/>
          <pc:sldMk cId="0" sldId="259"/>
        </pc:sldMkLst>
        <pc:spChg chg="mod">
          <ac:chgData name="shanmukhasiddhartha01@gmail.com" userId="1de768e24f73fd33" providerId="LiveId" clId="{959FC7B2-1EAD-4FA1-847D-9078B8E7F41F}" dt="2024-10-23T00:26:42.561" v="130" actId="20577"/>
          <ac:spMkLst>
            <pc:docMk/>
            <pc:sldMk cId="0" sldId="259"/>
            <ac:spMk id="3" creationId="{00000000-0000-0000-0000-000000000000}"/>
          </ac:spMkLst>
        </pc:spChg>
        <pc:spChg chg="mod">
          <ac:chgData name="shanmukhasiddhartha01@gmail.com" userId="1de768e24f73fd33" providerId="LiveId" clId="{959FC7B2-1EAD-4FA1-847D-9078B8E7F41F}" dt="2024-10-23T00:25:42.527" v="107" actId="20577"/>
          <ac:spMkLst>
            <pc:docMk/>
            <pc:sldMk cId="0" sldId="259"/>
            <ac:spMk id="62" creationId="{00000000-0000-0000-0000-000000000000}"/>
          </ac:spMkLst>
        </pc:spChg>
      </pc:sldChg>
      <pc:sldChg chg="modSp mod">
        <pc:chgData name="shanmukhasiddhartha01@gmail.com" userId="1de768e24f73fd33" providerId="LiveId" clId="{959FC7B2-1EAD-4FA1-847D-9078B8E7F41F}" dt="2024-10-23T00:30:08.463" v="284" actId="1076"/>
        <pc:sldMkLst>
          <pc:docMk/>
          <pc:sldMk cId="0" sldId="260"/>
        </pc:sldMkLst>
        <pc:spChg chg="mod">
          <ac:chgData name="shanmukhasiddhartha01@gmail.com" userId="1de768e24f73fd33" providerId="LiveId" clId="{959FC7B2-1EAD-4FA1-847D-9078B8E7F41F}" dt="2024-10-23T00:27:52.920" v="202" actId="20577"/>
          <ac:spMkLst>
            <pc:docMk/>
            <pc:sldMk cId="0" sldId="260"/>
            <ac:spMk id="3" creationId="{00000000-0000-0000-0000-000000000000}"/>
          </ac:spMkLst>
        </pc:spChg>
        <pc:spChg chg="mod">
          <ac:chgData name="shanmukhasiddhartha01@gmail.com" userId="1de768e24f73fd33" providerId="LiveId" clId="{959FC7B2-1EAD-4FA1-847D-9078B8E7F41F}" dt="2024-10-23T00:30:08.463" v="284" actId="1076"/>
          <ac:spMkLst>
            <pc:docMk/>
            <pc:sldMk cId="0" sldId="260"/>
            <ac:spMk id="65" creationId="{00000000-0000-0000-0000-000000000000}"/>
          </ac:spMkLst>
        </pc:spChg>
      </pc:sldChg>
      <pc:sldChg chg="modSp mod">
        <pc:chgData name="shanmukhasiddhartha01@gmail.com" userId="1de768e24f73fd33" providerId="LiveId" clId="{959FC7B2-1EAD-4FA1-847D-9078B8E7F41F}" dt="2024-10-23T00:27:45.759" v="198" actId="20577"/>
        <pc:sldMkLst>
          <pc:docMk/>
          <pc:sldMk cId="0" sldId="261"/>
        </pc:sldMkLst>
        <pc:spChg chg="mod">
          <ac:chgData name="shanmukhasiddhartha01@gmail.com" userId="1de768e24f73fd33" providerId="LiveId" clId="{959FC7B2-1EAD-4FA1-847D-9078B8E7F41F}" dt="2024-10-23T00:27:45.759" v="198" actId="20577"/>
          <ac:spMkLst>
            <pc:docMk/>
            <pc:sldMk cId="0" sldId="261"/>
            <ac:spMk id="3" creationId="{00000000-0000-0000-0000-000000000000}"/>
          </ac:spMkLst>
        </pc:spChg>
      </pc:sldChg>
      <pc:sldChg chg="modSp mod">
        <pc:chgData name="shanmukhasiddhartha01@gmail.com" userId="1de768e24f73fd33" providerId="LiveId" clId="{959FC7B2-1EAD-4FA1-847D-9078B8E7F41F}" dt="2024-10-23T00:33:54.301" v="300" actId="255"/>
        <pc:sldMkLst>
          <pc:docMk/>
          <pc:sldMk cId="1140385706" sldId="262"/>
        </pc:sldMkLst>
        <pc:spChg chg="mod">
          <ac:chgData name="shanmukhasiddhartha01@gmail.com" userId="1de768e24f73fd33" providerId="LiveId" clId="{959FC7B2-1EAD-4FA1-847D-9078B8E7F41F}" dt="2024-10-23T00:33:54.301" v="300" actId="255"/>
          <ac:spMkLst>
            <pc:docMk/>
            <pc:sldMk cId="1140385706" sldId="262"/>
            <ac:spMk id="4" creationId="{49133475-511D-C6E3-3F9B-360FD32F8886}"/>
          </ac:spMkLst>
        </pc:spChg>
        <pc:picChg chg="mod">
          <ac:chgData name="shanmukhasiddhartha01@gmail.com" userId="1de768e24f73fd33" providerId="LiveId" clId="{959FC7B2-1EAD-4FA1-847D-9078B8E7F41F}" dt="2024-10-23T00:32:02.097" v="289" actId="14100"/>
          <ac:picMkLst>
            <pc:docMk/>
            <pc:sldMk cId="1140385706" sldId="262"/>
            <ac:picMk id="5" creationId="{1DE47A00-5B41-F3FC-636B-995B44B850A1}"/>
          </ac:picMkLst>
        </pc:picChg>
      </pc:sldChg>
    </pc:docChg>
  </pc:docChgLst>
  <pc:docChgLst>
    <pc:chgData name="shanmukhasiddhartha01@gmail.com" userId="1de768e24f73fd33" providerId="LiveId" clId="{52D0768A-ECF1-475A-9B09-21CB92EA8842}"/>
    <pc:docChg chg="custSel modSld">
      <pc:chgData name="shanmukhasiddhartha01@gmail.com" userId="1de768e24f73fd33" providerId="LiveId" clId="{52D0768A-ECF1-475A-9B09-21CB92EA8842}" dt="2024-11-27T08:03:23.719" v="5" actId="20577"/>
      <pc:docMkLst>
        <pc:docMk/>
      </pc:docMkLst>
      <pc:sldChg chg="modSp mod">
        <pc:chgData name="shanmukhasiddhartha01@gmail.com" userId="1de768e24f73fd33" providerId="LiveId" clId="{52D0768A-ECF1-475A-9B09-21CB92EA8842}" dt="2024-11-27T08:03:23.719" v="5" actId="20577"/>
        <pc:sldMkLst>
          <pc:docMk/>
          <pc:sldMk cId="0" sldId="260"/>
        </pc:sldMkLst>
        <pc:spChg chg="mod">
          <ac:chgData name="shanmukhasiddhartha01@gmail.com" userId="1de768e24f73fd33" providerId="LiveId" clId="{52D0768A-ECF1-475A-9B09-21CB92EA8842}" dt="2024-11-27T08:03:23.719" v="5" actId="20577"/>
          <ac:spMkLst>
            <pc:docMk/>
            <pc:sldMk cId="0" sldId="260"/>
            <ac:spMk id="65" creationId="{00000000-0000-0000-0000-000000000000}"/>
          </ac:spMkLst>
        </pc:spChg>
      </pc:sldChg>
      <pc:sldChg chg="addSp delSp modSp mod">
        <pc:chgData name="shanmukhasiddhartha01@gmail.com" userId="1de768e24f73fd33" providerId="LiveId" clId="{52D0768A-ECF1-475A-9B09-21CB92EA8842}" dt="2024-11-27T08:03:13.018" v="3" actId="14100"/>
        <pc:sldMkLst>
          <pc:docMk/>
          <pc:sldMk cId="1140385706" sldId="262"/>
        </pc:sldMkLst>
        <pc:picChg chg="add mod">
          <ac:chgData name="shanmukhasiddhartha01@gmail.com" userId="1de768e24f73fd33" providerId="LiveId" clId="{52D0768A-ECF1-475A-9B09-21CB92EA8842}" dt="2024-11-27T08:03:13.018" v="3" actId="14100"/>
          <ac:picMkLst>
            <pc:docMk/>
            <pc:sldMk cId="1140385706" sldId="262"/>
            <ac:picMk id="3" creationId="{ABDC3149-534D-7690-3E64-5EA092F18F4A}"/>
          </ac:picMkLst>
        </pc:picChg>
        <pc:picChg chg="del">
          <ac:chgData name="shanmukhasiddhartha01@gmail.com" userId="1de768e24f73fd33" providerId="LiveId" clId="{52D0768A-ECF1-475A-9B09-21CB92EA8842}" dt="2024-11-27T08:02:50.198" v="0" actId="21"/>
          <ac:picMkLst>
            <pc:docMk/>
            <pc:sldMk cId="1140385706" sldId="262"/>
            <ac:picMk id="5" creationId="{1DE47A00-5B41-F3FC-636B-995B44B850A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n-IN" sz="4400" b="0" u="none" strike="noStrike">
              <a:solidFill>
                <a:srgbClr val="000000"/>
              </a:solidFill>
              <a:uFillTx/>
              <a:latin typeface="Arial"/>
            </a:endParaRPr>
          </a:p>
        </p:txBody>
      </p:sp>
      <p:sp>
        <p:nvSpPr>
          <p:cNvPr id="5" name="PlaceHolder 2"/>
          <p:cNvSpPr>
            <a:spLocks noGrp="1"/>
          </p:cNvSpPr>
          <p:nvPr>
            <p:ph type="subTitle"/>
          </p:nvPr>
        </p:nvSpPr>
        <p:spPr>
          <a:xfrm>
            <a:off x="838080" y="1825560"/>
            <a:ext cx="10514880" cy="4350600"/>
          </a:xfrm>
          <a:prstGeom prst="rect">
            <a:avLst/>
          </a:prstGeom>
          <a:noFill/>
          <a:ln w="0">
            <a:noFill/>
          </a:ln>
        </p:spPr>
        <p:txBody>
          <a:bodyPr lIns="0" tIns="0" rIns="0" bIns="0" anchor="ctr">
            <a:noAutofit/>
          </a:bodyPr>
          <a:lstStyle/>
          <a:p>
            <a:pPr indent="0" algn="ctr">
              <a:buNone/>
            </a:pPr>
            <a:endParaRPr lang="en-IN" sz="3200" b="0" u="none" strike="noStrike">
              <a:solidFill>
                <a:srgbClr val="000000"/>
              </a:solidFill>
              <a:uFillTx/>
              <a:latin typeface="Arial"/>
            </a:endParaRPr>
          </a:p>
        </p:txBody>
      </p:sp>
      <p:sp>
        <p:nvSpPr>
          <p:cNvPr id="2" name="PlaceHolder 3"/>
          <p:cNvSpPr>
            <a:spLocks noGrp="1"/>
          </p:cNvSpPr>
          <p:nvPr>
            <p:ph type="ftr" idx="1"/>
          </p:nvPr>
        </p:nvSpPr>
        <p:spPr/>
        <p:txBody>
          <a:bodyPr/>
          <a:lstStyle/>
          <a:p>
            <a:r>
              <a:t>Footer</a:t>
            </a:r>
          </a:p>
        </p:txBody>
      </p:sp>
      <p:sp>
        <p:nvSpPr>
          <p:cNvPr id="3" name="PlaceHolder 4"/>
          <p:cNvSpPr>
            <a:spLocks noGrp="1"/>
          </p:cNvSpPr>
          <p:nvPr>
            <p:ph type="sldNum" idx="2"/>
          </p:nvPr>
        </p:nvSpPr>
        <p:spPr/>
        <p:txBody>
          <a:bodyPr/>
          <a:lstStyle/>
          <a:p>
            <a:fld id="{1425F93E-CBB0-466F-B9E0-5E0BA8AC6B5C}"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24E4B2F7-EA64-4824-81F8-AFABB90B5EB0}" type="slidenum">
              <a:t>‹#›</a:t>
            </a:fld>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lstStyle/>
          <a:p>
            <a:r>
              <a:t>Footer</a:t>
            </a:r>
          </a:p>
        </p:txBody>
      </p:sp>
      <p:sp>
        <p:nvSpPr>
          <p:cNvPr id="3" name="PlaceHolder 2"/>
          <p:cNvSpPr>
            <a:spLocks noGrp="1"/>
          </p:cNvSpPr>
          <p:nvPr>
            <p:ph type="sldNum" idx="8"/>
          </p:nvPr>
        </p:nvSpPr>
        <p:spPr/>
        <p:txBody>
          <a:bodyPr/>
          <a:lstStyle/>
          <a:p>
            <a:fld id="{EAF1A605-73B3-4323-908B-FAD953876E41}" type="slidenum">
              <a:t>‹#›</a:t>
            </a:fld>
            <a:endParaRPr/>
          </a:p>
        </p:txBody>
      </p:sp>
      <p:sp>
        <p:nvSpPr>
          <p:cNvPr id="4" name="PlaceHolder 3"/>
          <p:cNvSpPr>
            <a:spLocks noGrp="1"/>
          </p:cNvSpPr>
          <p:nvPr>
            <p:ph type="dt" idx="9"/>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n-IN" sz="4400" b="0" u="none" strike="noStrike">
              <a:solidFill>
                <a:srgbClr val="000000"/>
              </a:solidFill>
              <a:uFillTx/>
              <a:latin typeface="Arial"/>
            </a:endParaRPr>
          </a:p>
        </p:txBody>
      </p:sp>
      <p:sp>
        <p:nvSpPr>
          <p:cNvPr id="18" name="PlaceHolder 2"/>
          <p:cNvSpPr>
            <a:spLocks noGrp="1"/>
          </p:cNvSpPr>
          <p:nvPr>
            <p:ph/>
          </p:nvPr>
        </p:nvSpPr>
        <p:spPr>
          <a:xfrm>
            <a:off x="838080" y="1825560"/>
            <a:ext cx="10514880" cy="4350600"/>
          </a:xfrm>
          <a:prstGeom prst="rect">
            <a:avLst/>
          </a:prstGeom>
          <a:noFill/>
          <a:ln w="0">
            <a:noFill/>
          </a:ln>
        </p:spPr>
        <p:txBody>
          <a:bodyPr lIns="0" tIns="0" rIns="0" bIns="0" anchor="t">
            <a:normAutofit/>
          </a:bodyPr>
          <a:lstStyle/>
          <a:p>
            <a:pPr indent="0">
              <a:spcBef>
                <a:spcPts val="1417"/>
              </a:spcBef>
              <a:buNone/>
            </a:pPr>
            <a:endParaRPr lang="en-IN" sz="3200" b="0" u="none" strike="noStrike">
              <a:solidFill>
                <a:srgbClr val="000000"/>
              </a:solidFill>
              <a:uFillTx/>
              <a:latin typeface="Arial"/>
            </a:endParaRPr>
          </a:p>
        </p:txBody>
      </p:sp>
      <p:sp>
        <p:nvSpPr>
          <p:cNvPr id="4" name="PlaceHolder 3"/>
          <p:cNvSpPr>
            <a:spLocks noGrp="1"/>
          </p:cNvSpPr>
          <p:nvPr>
            <p:ph type="ftr" idx="10"/>
          </p:nvPr>
        </p:nvSpPr>
        <p:spPr/>
        <p:txBody>
          <a:bodyPr/>
          <a:lstStyle/>
          <a:p>
            <a:r>
              <a:t>Footer</a:t>
            </a:r>
          </a:p>
        </p:txBody>
      </p:sp>
      <p:sp>
        <p:nvSpPr>
          <p:cNvPr id="5" name="PlaceHolder 4"/>
          <p:cNvSpPr>
            <a:spLocks noGrp="1"/>
          </p:cNvSpPr>
          <p:nvPr>
            <p:ph type="sldNum" idx="11"/>
          </p:nvPr>
        </p:nvSpPr>
        <p:spPr/>
        <p:txBody>
          <a:bodyPr/>
          <a:lstStyle/>
          <a:p>
            <a:fld id="{3A16417D-16EF-470F-ABC8-73A9247965A7}" type="slidenum">
              <a:t>‹#›</a:t>
            </a:fld>
            <a:endParaRPr/>
          </a:p>
        </p:txBody>
      </p:sp>
      <p:sp>
        <p:nvSpPr>
          <p:cNvPr id="6" name="PlaceHolder 5"/>
          <p:cNvSpPr>
            <a:spLocks noGrp="1"/>
          </p:cNvSpPr>
          <p:nvPr>
            <p:ph type="dt" idx="12"/>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lstStyle/>
          <a:p>
            <a:r>
              <a:t>Footer</a:t>
            </a:r>
          </a:p>
        </p:txBody>
      </p:sp>
      <p:sp>
        <p:nvSpPr>
          <p:cNvPr id="3" name="PlaceHolder 2"/>
          <p:cNvSpPr>
            <a:spLocks noGrp="1"/>
          </p:cNvSpPr>
          <p:nvPr>
            <p:ph type="sldNum" idx="14"/>
          </p:nvPr>
        </p:nvSpPr>
        <p:spPr/>
        <p:txBody>
          <a:bodyPr/>
          <a:lstStyle/>
          <a:p>
            <a:fld id="{CAB62C9E-4760-4ECB-ABD2-3EE1D7408AFD}" type="slidenum">
              <a:t>‹#›</a:t>
            </a:fld>
            <a:endParaRPr/>
          </a:p>
        </p:txBody>
      </p:sp>
      <p:sp>
        <p:nvSpPr>
          <p:cNvPr id="4" name="PlaceHolder 3"/>
          <p:cNvSpPr>
            <a:spLocks noGrp="1"/>
          </p:cNvSpPr>
          <p:nvPr>
            <p:ph type="dt" idx="15"/>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n-IN" sz="4400" b="0" u="none" strike="noStrike">
              <a:solidFill>
                <a:srgbClr val="000000"/>
              </a:solidFill>
              <a:uFillTx/>
              <a:latin typeface="Arial"/>
            </a:endParaRPr>
          </a:p>
        </p:txBody>
      </p:sp>
      <p:sp>
        <p:nvSpPr>
          <p:cNvPr id="29" name="PlaceHolder 2"/>
          <p:cNvSpPr>
            <a:spLocks noGrp="1"/>
          </p:cNvSpPr>
          <p:nvPr>
            <p:ph/>
          </p:nvPr>
        </p:nvSpPr>
        <p:spPr>
          <a:xfrm>
            <a:off x="838080" y="1825560"/>
            <a:ext cx="5131080" cy="4350600"/>
          </a:xfrm>
          <a:prstGeom prst="rect">
            <a:avLst/>
          </a:prstGeom>
          <a:noFill/>
          <a:ln w="0">
            <a:noFill/>
          </a:ln>
        </p:spPr>
        <p:txBody>
          <a:bodyPr lIns="0" tIns="0" rIns="0" bIns="0" anchor="t">
            <a:normAutofit/>
          </a:bodyPr>
          <a:lstStyle/>
          <a:p>
            <a:pPr indent="0">
              <a:spcBef>
                <a:spcPts val="1417"/>
              </a:spcBef>
              <a:buNone/>
            </a:pPr>
            <a:endParaRPr lang="en-IN" sz="3200" b="0" u="none" strike="noStrike">
              <a:solidFill>
                <a:srgbClr val="000000"/>
              </a:solidFill>
              <a:uFillTx/>
              <a:latin typeface="Arial"/>
            </a:endParaRPr>
          </a:p>
        </p:txBody>
      </p:sp>
      <p:sp>
        <p:nvSpPr>
          <p:cNvPr id="30" name="PlaceHolder 3"/>
          <p:cNvSpPr>
            <a:spLocks noGrp="1"/>
          </p:cNvSpPr>
          <p:nvPr>
            <p:ph/>
          </p:nvPr>
        </p:nvSpPr>
        <p:spPr>
          <a:xfrm>
            <a:off x="6226200" y="1825560"/>
            <a:ext cx="5131080" cy="4350600"/>
          </a:xfrm>
          <a:prstGeom prst="rect">
            <a:avLst/>
          </a:prstGeom>
          <a:noFill/>
          <a:ln w="0">
            <a:noFill/>
          </a:ln>
        </p:spPr>
        <p:txBody>
          <a:bodyPr lIns="0" tIns="0" rIns="0" bIns="0" anchor="t">
            <a:normAutofit/>
          </a:bodyPr>
          <a:lstStyle/>
          <a:p>
            <a:pPr indent="0">
              <a:spcBef>
                <a:spcPts val="1417"/>
              </a:spcBef>
              <a:buNone/>
            </a:pPr>
            <a:endParaRPr lang="en-IN" sz="3200" b="0" u="none" strike="noStrike">
              <a:solidFill>
                <a:srgbClr val="000000"/>
              </a:solidFill>
              <a:uFillTx/>
              <a:latin typeface="Arial"/>
            </a:endParaRPr>
          </a:p>
        </p:txBody>
      </p:sp>
      <p:sp>
        <p:nvSpPr>
          <p:cNvPr id="5" name="PlaceHolder 4"/>
          <p:cNvSpPr>
            <a:spLocks noGrp="1"/>
          </p:cNvSpPr>
          <p:nvPr>
            <p:ph type="ftr" idx="16"/>
          </p:nvPr>
        </p:nvSpPr>
        <p:spPr/>
        <p:txBody>
          <a:bodyPr/>
          <a:lstStyle/>
          <a:p>
            <a:r>
              <a:t>Footer</a:t>
            </a:r>
          </a:p>
        </p:txBody>
      </p:sp>
      <p:sp>
        <p:nvSpPr>
          <p:cNvPr id="6" name="PlaceHolder 5"/>
          <p:cNvSpPr>
            <a:spLocks noGrp="1"/>
          </p:cNvSpPr>
          <p:nvPr>
            <p:ph type="sldNum" idx="17"/>
          </p:nvPr>
        </p:nvSpPr>
        <p:spPr/>
        <p:txBody>
          <a:bodyPr/>
          <a:lstStyle/>
          <a:p>
            <a:fld id="{8F1C0A87-7AA3-4DC2-A407-1A8A8CC9A9EB}" type="slidenum">
              <a:t>‹#›</a:t>
            </a:fld>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lstStyle/>
          <a:p>
            <a:r>
              <a:t>Footer</a:t>
            </a:r>
          </a:p>
        </p:txBody>
      </p:sp>
      <p:sp>
        <p:nvSpPr>
          <p:cNvPr id="3" name="PlaceHolder 2"/>
          <p:cNvSpPr>
            <a:spLocks noGrp="1"/>
          </p:cNvSpPr>
          <p:nvPr>
            <p:ph type="sldNum" idx="20"/>
          </p:nvPr>
        </p:nvSpPr>
        <p:spPr/>
        <p:txBody>
          <a:bodyPr/>
          <a:lstStyle/>
          <a:p>
            <a:fld id="{60A056B7-E266-4690-A6C1-6733B8CD5B1D}" type="slidenum">
              <a:t>‹#›</a:t>
            </a:fld>
            <a:endParaRPr/>
          </a:p>
        </p:txBody>
      </p:sp>
      <p:sp>
        <p:nvSpPr>
          <p:cNvPr id="4" name="PlaceHolder 3"/>
          <p:cNvSpPr>
            <a:spLocks noGrp="1"/>
          </p:cNvSpPr>
          <p:nvPr>
            <p:ph type="dt" idx="2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lgn="ctr">
              <a:buNone/>
            </a:pPr>
            <a:endParaRPr lang="en-IN" sz="4400" b="0" u="none" strike="noStrike">
              <a:solidFill>
                <a:srgbClr val="000000"/>
              </a:solidFill>
              <a:uFillTx/>
              <a:latin typeface="Arial"/>
            </a:endParaRPr>
          </a:p>
        </p:txBody>
      </p:sp>
      <p:sp>
        <p:nvSpPr>
          <p:cNvPr id="3" name="PlaceHolder 2"/>
          <p:cNvSpPr>
            <a:spLocks noGrp="1"/>
          </p:cNvSpPr>
          <p:nvPr>
            <p:ph type="ftr" idx="22"/>
          </p:nvPr>
        </p:nvSpPr>
        <p:spPr/>
        <p:txBody>
          <a:bodyPr/>
          <a:lstStyle/>
          <a:p>
            <a:r>
              <a:t>Footer</a:t>
            </a:r>
          </a:p>
        </p:txBody>
      </p:sp>
      <p:sp>
        <p:nvSpPr>
          <p:cNvPr id="4" name="PlaceHolder 3"/>
          <p:cNvSpPr>
            <a:spLocks noGrp="1"/>
          </p:cNvSpPr>
          <p:nvPr>
            <p:ph type="sldNum" idx="23"/>
          </p:nvPr>
        </p:nvSpPr>
        <p:spPr/>
        <p:txBody>
          <a:bodyPr/>
          <a:lstStyle/>
          <a:p>
            <a:fld id="{014BCBE3-E70C-4279-A912-805C98913B5E}" type="slidenum">
              <a:t>‹#›</a:t>
            </a:fld>
            <a:endParaRPr/>
          </a:p>
        </p:txBody>
      </p:sp>
      <p:sp>
        <p:nvSpPr>
          <p:cNvPr id="5" name="PlaceHolder 4"/>
          <p:cNvSpPr>
            <a:spLocks noGrp="1"/>
          </p:cNvSpPr>
          <p:nvPr>
            <p:ph type="dt" idx="24"/>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lstStyle/>
          <a:p>
            <a:r>
              <a:t>Footer</a:t>
            </a:r>
          </a:p>
        </p:txBody>
      </p:sp>
      <p:sp>
        <p:nvSpPr>
          <p:cNvPr id="3" name="PlaceHolder 2"/>
          <p:cNvSpPr>
            <a:spLocks noGrp="1"/>
          </p:cNvSpPr>
          <p:nvPr>
            <p:ph type="sldNum" idx="26"/>
          </p:nvPr>
        </p:nvSpPr>
        <p:spPr/>
        <p:txBody>
          <a:bodyPr/>
          <a:lstStyle/>
          <a:p>
            <a:fld id="{D789D3D3-7E83-46B3-AFB1-2EC3B626B78D}" type="slidenum">
              <a:t>‹#›</a:t>
            </a:fld>
            <a:endParaRPr/>
          </a:p>
        </p:txBody>
      </p:sp>
      <p:sp>
        <p:nvSpPr>
          <p:cNvPr id="4" name="PlaceHolder 3"/>
          <p:cNvSpPr>
            <a:spLocks noGrp="1"/>
          </p:cNvSpPr>
          <p:nvPr>
            <p:ph type="dt" idx="27"/>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89F197CE-DCDF-4EC6-B457-59F782CC2CD6}" type="slidenum">
              <a:t>‹#›</a:t>
            </a:fld>
            <a:endParaRPr/>
          </a:p>
        </p:txBody>
      </p:sp>
      <p:sp>
        <p:nvSpPr>
          <p:cNvPr id="4" name="PlaceHolder 3"/>
          <p:cNvSpPr>
            <a:spLocks noGrp="1"/>
          </p:cNvSpPr>
          <p:nvPr>
            <p:ph type="dt" idx="30"/>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lstStyle/>
          <a:p>
            <a:r>
              <a:t>Footer</a:t>
            </a:r>
          </a:p>
        </p:txBody>
      </p:sp>
      <p:sp>
        <p:nvSpPr>
          <p:cNvPr id="3" name="PlaceHolder 2"/>
          <p:cNvSpPr>
            <a:spLocks noGrp="1"/>
          </p:cNvSpPr>
          <p:nvPr>
            <p:ph type="sldNum" idx="32"/>
          </p:nvPr>
        </p:nvSpPr>
        <p:spPr/>
        <p:txBody>
          <a:bodyPr/>
          <a:lstStyle/>
          <a:p>
            <a:fld id="{55DB5D73-5AD8-41D7-8F22-81475ADF1401}" type="slidenum">
              <a:t>‹#›</a:t>
            </a:fld>
            <a:endParaRPr/>
          </a:p>
        </p:txBody>
      </p:sp>
      <p:sp>
        <p:nvSpPr>
          <p:cNvPr id="4" name="PlaceHolder 3"/>
          <p:cNvSpPr>
            <a:spLocks noGrp="1"/>
          </p:cNvSpPr>
          <p:nvPr>
            <p:ph type="dt" idx="3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n-IN" sz="1800" b="0" u="none" strike="noStrike">
                <a:solidFill>
                  <a:srgbClr val="000000"/>
                </a:solidFill>
                <a:uFillTx/>
                <a:latin typeface="Arial"/>
              </a:rPr>
              <a:t>Click to edit the title text format</a:t>
            </a:r>
          </a:p>
        </p:txBody>
      </p:sp>
      <p:sp>
        <p:nvSpPr>
          <p:cNvPr id="5" name="PlaceHolder 2"/>
          <p:cNvSpPr>
            <a:spLocks noGrp="1"/>
          </p:cNvSpPr>
          <p:nvPr>
            <p:ph type="ftr" idx="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966E80DA-3251-44D8-A05E-18ED6510F831}"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7" name="PlaceHolder 2"/>
          <p:cNvSpPr>
            <a:spLocks noGrp="1"/>
          </p:cNvSpPr>
          <p:nvPr>
            <p:ph type="sldNum" idx="5"/>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433B1649-509C-4AB6-ABA6-C5168F4BEB88}"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8" name="PlaceHolder 3"/>
          <p:cNvSpPr>
            <a:spLocks noGrp="1"/>
          </p:cNvSpPr>
          <p:nvPr>
            <p:ph type="dt" idx="6"/>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10" name="PlaceHolder 2"/>
          <p:cNvSpPr>
            <a:spLocks noGrp="1"/>
          </p:cNvSpPr>
          <p:nvPr>
            <p:ph type="sldNum" idx="8"/>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F8F4F2F3-48FD-4FBC-87CF-391833F61EC3}"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11" name="PlaceHolder 3"/>
          <p:cNvSpPr>
            <a:spLocks noGrp="1"/>
          </p:cNvSpPr>
          <p:nvPr>
            <p:ph type="dt" idx="9"/>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n-IN" sz="1800" b="0" u="none" strike="noStrike">
                <a:solidFill>
                  <a:srgbClr val="000000"/>
                </a:solidFill>
                <a:uFillTx/>
                <a:latin typeface="Arial"/>
              </a:rPr>
              <a:t>Click to edit the title text format</a:t>
            </a:r>
          </a:p>
        </p:txBody>
      </p:sp>
      <p:sp>
        <p:nvSpPr>
          <p:cNvPr id="13" name="PlaceHolder 2"/>
          <p:cNvSpPr>
            <a:spLocks noGrp="1"/>
          </p:cNvSpPr>
          <p:nvPr>
            <p:ph type="body"/>
          </p:nvPr>
        </p:nvSpPr>
        <p:spPr>
          <a:xfrm>
            <a:off x="838080" y="1825560"/>
            <a:ext cx="1051488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IN"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IN"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IN"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IN"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IN"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IN" sz="1800" b="0" u="none" strike="noStrike">
                <a:solidFill>
                  <a:srgbClr val="000000"/>
                </a:solidFill>
                <a:uFillTx/>
                <a:latin typeface="Arial"/>
              </a:rPr>
              <a:t>Seventh Outline Level</a:t>
            </a:r>
          </a:p>
        </p:txBody>
      </p:sp>
      <p:sp>
        <p:nvSpPr>
          <p:cNvPr id="14" name="PlaceHolder 3"/>
          <p:cNvSpPr>
            <a:spLocks noGrp="1"/>
          </p:cNvSpPr>
          <p:nvPr>
            <p:ph type="ftr" idx="10"/>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15" name="PlaceHolder 4"/>
          <p:cNvSpPr>
            <a:spLocks noGrp="1"/>
          </p:cNvSpPr>
          <p:nvPr>
            <p:ph type="sldNum" idx="11"/>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6E5EFE36-07E4-4586-A4B8-796595AAC24D}"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16" name="PlaceHolder 5"/>
          <p:cNvSpPr>
            <a:spLocks noGrp="1"/>
          </p:cNvSpPr>
          <p:nvPr>
            <p:ph type="dt" idx="12"/>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20" name="PlaceHolder 2"/>
          <p:cNvSpPr>
            <a:spLocks noGrp="1"/>
          </p:cNvSpPr>
          <p:nvPr>
            <p:ph type="sldNum" idx="14"/>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60B3A669-E01B-46DD-8405-3B752BA71C07}"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21" name="PlaceHolder 3"/>
          <p:cNvSpPr>
            <a:spLocks noGrp="1"/>
          </p:cNvSpPr>
          <p:nvPr>
            <p:ph type="dt" idx="15"/>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n-IN" sz="1800" b="0" u="none" strike="noStrike">
                <a:solidFill>
                  <a:srgbClr val="000000"/>
                </a:solidFill>
                <a:uFillTx/>
                <a:latin typeface="Arial"/>
              </a:rPr>
              <a:t>Click to edit the title text format</a:t>
            </a:r>
          </a:p>
        </p:txBody>
      </p:sp>
      <p:sp>
        <p:nvSpPr>
          <p:cNvPr id="23" name="PlaceHolder 2"/>
          <p:cNvSpPr>
            <a:spLocks noGrp="1"/>
          </p:cNvSpPr>
          <p:nvPr>
            <p:ph type="body"/>
          </p:nvPr>
        </p:nvSpPr>
        <p:spPr>
          <a:xfrm>
            <a:off x="83808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IN"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IN"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IN"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IN"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IN"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IN" sz="1800" b="0" u="none" strike="noStrike">
                <a:solidFill>
                  <a:srgbClr val="000000"/>
                </a:solidFill>
                <a:uFillTx/>
                <a:latin typeface="Arial"/>
              </a:rPr>
              <a:t>Seventh Outline Level</a:t>
            </a:r>
          </a:p>
        </p:txBody>
      </p:sp>
      <p:sp>
        <p:nvSpPr>
          <p:cNvPr id="24" name="PlaceHolder 3"/>
          <p:cNvSpPr>
            <a:spLocks noGrp="1"/>
          </p:cNvSpPr>
          <p:nvPr>
            <p:ph type="body"/>
          </p:nvPr>
        </p:nvSpPr>
        <p:spPr>
          <a:xfrm>
            <a:off x="6226200" y="1825560"/>
            <a:ext cx="5130720" cy="4350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u="none" strike="noStrike">
                <a:solidFill>
                  <a:srgbClr val="000000"/>
                </a:solidFill>
                <a:uFillTx/>
                <a:latin typeface="Arial"/>
              </a:rPr>
              <a:t>Click to edit the outline text format</a:t>
            </a:r>
          </a:p>
          <a:p>
            <a:pPr marL="864000" lvl="1" indent="-324000">
              <a:spcBef>
                <a:spcPts val="1134"/>
              </a:spcBef>
              <a:buClr>
                <a:srgbClr val="000000"/>
              </a:buClr>
              <a:buSzPct val="75000"/>
              <a:buFont typeface="Symbol" charset="2"/>
              <a:buChar char=""/>
            </a:pPr>
            <a:r>
              <a:rPr lang="en-IN" sz="1800" b="0" u="none" strike="noStrike">
                <a:solidFill>
                  <a:srgbClr val="000000"/>
                </a:solidFill>
                <a:uFillTx/>
                <a:latin typeface="Arial"/>
              </a:rPr>
              <a:t>Second Outline Level</a:t>
            </a:r>
          </a:p>
          <a:p>
            <a:pPr marL="1296000" lvl="2" indent="-288000">
              <a:spcBef>
                <a:spcPts val="850"/>
              </a:spcBef>
              <a:buClr>
                <a:srgbClr val="000000"/>
              </a:buClr>
              <a:buSzPct val="45000"/>
              <a:buFont typeface="Wingdings" charset="2"/>
              <a:buChar char=""/>
            </a:pPr>
            <a:r>
              <a:rPr lang="en-IN" sz="1800" b="0" u="none" strike="noStrike">
                <a:solidFill>
                  <a:srgbClr val="000000"/>
                </a:solidFill>
                <a:uFillTx/>
                <a:latin typeface="Arial"/>
              </a:rPr>
              <a:t>Third Outline Level</a:t>
            </a:r>
          </a:p>
          <a:p>
            <a:pPr marL="1728000" lvl="3" indent="-216000">
              <a:spcBef>
                <a:spcPts val="567"/>
              </a:spcBef>
              <a:buClr>
                <a:srgbClr val="000000"/>
              </a:buClr>
              <a:buSzPct val="75000"/>
              <a:buFont typeface="Symbol" charset="2"/>
              <a:buChar char=""/>
            </a:pPr>
            <a:r>
              <a:rPr lang="en-IN" sz="1800" b="0" u="none" strike="noStrike">
                <a:solidFill>
                  <a:srgbClr val="000000"/>
                </a:solidFill>
                <a:uFillTx/>
                <a:latin typeface="Arial"/>
              </a:rPr>
              <a:t>Fourth Outline Level</a:t>
            </a:r>
          </a:p>
          <a:p>
            <a:pPr marL="2160000" lvl="4" indent="-216000">
              <a:spcBef>
                <a:spcPts val="283"/>
              </a:spcBef>
              <a:buClr>
                <a:srgbClr val="000000"/>
              </a:buClr>
              <a:buSzPct val="45000"/>
              <a:buFont typeface="Wingdings" charset="2"/>
              <a:buChar char=""/>
            </a:pPr>
            <a:r>
              <a:rPr lang="en-IN" sz="1800" b="0" u="none" strike="noStrike">
                <a:solidFill>
                  <a:srgbClr val="000000"/>
                </a:solidFill>
                <a:uFillTx/>
                <a:latin typeface="Arial"/>
              </a:rPr>
              <a:t>Fifth Outline Level</a:t>
            </a:r>
          </a:p>
          <a:p>
            <a:pPr marL="2592000" lvl="5" indent="-216000">
              <a:spcBef>
                <a:spcPts val="283"/>
              </a:spcBef>
              <a:buClr>
                <a:srgbClr val="000000"/>
              </a:buClr>
              <a:buSzPct val="45000"/>
              <a:buFont typeface="Wingdings" charset="2"/>
              <a:buChar char=""/>
            </a:pPr>
            <a:r>
              <a:rPr lang="en-IN" sz="1800" b="0" u="none" strike="noStrike">
                <a:solidFill>
                  <a:srgbClr val="000000"/>
                </a:solidFill>
                <a:uFillTx/>
                <a:latin typeface="Arial"/>
              </a:rPr>
              <a:t>Sixth Outline Level</a:t>
            </a:r>
          </a:p>
          <a:p>
            <a:pPr marL="3024000" lvl="6" indent="-216000">
              <a:spcBef>
                <a:spcPts val="283"/>
              </a:spcBef>
              <a:buClr>
                <a:srgbClr val="000000"/>
              </a:buClr>
              <a:buSzPct val="45000"/>
              <a:buFont typeface="Wingdings" charset="2"/>
              <a:buChar char=""/>
            </a:pPr>
            <a:r>
              <a:rPr lang="en-IN" sz="1800" b="0" u="none" strike="noStrike">
                <a:solidFill>
                  <a:srgbClr val="000000"/>
                </a:solidFill>
                <a:uFillTx/>
                <a:latin typeface="Arial"/>
              </a:rPr>
              <a:t>Seventh Outline Level</a:t>
            </a:r>
          </a:p>
        </p:txBody>
      </p:sp>
      <p:sp>
        <p:nvSpPr>
          <p:cNvPr id="25" name="PlaceHolder 4"/>
          <p:cNvSpPr>
            <a:spLocks noGrp="1"/>
          </p:cNvSpPr>
          <p:nvPr>
            <p:ph type="ftr" idx="16"/>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26" name="PlaceHolder 5"/>
          <p:cNvSpPr>
            <a:spLocks noGrp="1"/>
          </p:cNvSpPr>
          <p:nvPr>
            <p:ph type="sldNum" idx="17"/>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7DB2F01B-9EA6-4DDC-9302-8AF007460DC1}"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27" name="PlaceHolder 6"/>
          <p:cNvSpPr>
            <a:spLocks noGrp="1"/>
          </p:cNvSpPr>
          <p:nvPr>
            <p:ph type="dt" idx="18"/>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32" name="PlaceHolder 2"/>
          <p:cNvSpPr>
            <a:spLocks noGrp="1"/>
          </p:cNvSpPr>
          <p:nvPr>
            <p:ph type="sldNum" idx="20"/>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3788FAFF-92F4-4F0F-9AB3-1847AC841BE4}"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33" name="PlaceHolder 3"/>
          <p:cNvSpPr>
            <a:spLocks noGrp="1"/>
          </p:cNvSpPr>
          <p:nvPr>
            <p:ph type="dt" idx="21"/>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4880" cy="1324800"/>
          </a:xfrm>
          <a:prstGeom prst="rect">
            <a:avLst/>
          </a:prstGeom>
          <a:noFill/>
          <a:ln w="0">
            <a:noFill/>
          </a:ln>
        </p:spPr>
        <p:txBody>
          <a:bodyPr lIns="0" tIns="0" rIns="0" bIns="0" anchor="ctr">
            <a:noAutofit/>
          </a:bodyPr>
          <a:lstStyle/>
          <a:p>
            <a:pPr indent="0">
              <a:buNone/>
            </a:pPr>
            <a:r>
              <a:rPr lang="en-IN" sz="1800" b="0" u="none" strike="noStrike">
                <a:solidFill>
                  <a:srgbClr val="000000"/>
                </a:solidFill>
                <a:uFillTx/>
                <a:latin typeface="Arial"/>
              </a:rPr>
              <a:t>Click to edit the title text format</a:t>
            </a:r>
          </a:p>
        </p:txBody>
      </p:sp>
      <p:sp>
        <p:nvSpPr>
          <p:cNvPr id="35" name="PlaceHolder 2"/>
          <p:cNvSpPr>
            <a:spLocks noGrp="1"/>
          </p:cNvSpPr>
          <p:nvPr>
            <p:ph type="ftr" idx="22"/>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36" name="PlaceHolder 3"/>
          <p:cNvSpPr>
            <a:spLocks noGrp="1"/>
          </p:cNvSpPr>
          <p:nvPr>
            <p:ph type="sldNum" idx="23"/>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23E80E3E-8626-4401-B8B1-A829984702EA}"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37" name="PlaceHolder 4"/>
          <p:cNvSpPr>
            <a:spLocks noGrp="1"/>
          </p:cNvSpPr>
          <p:nvPr>
            <p:ph type="dt" idx="24"/>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40" name="PlaceHolder 2"/>
          <p:cNvSpPr>
            <a:spLocks noGrp="1"/>
          </p:cNvSpPr>
          <p:nvPr>
            <p:ph type="sldNum" idx="26"/>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81F97A4E-0A5A-4D7A-A8B0-3EF2AFBBE609}"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41" name="PlaceHolder 3"/>
          <p:cNvSpPr>
            <a:spLocks noGrp="1"/>
          </p:cNvSpPr>
          <p:nvPr>
            <p:ph type="dt" idx="27"/>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laceHolder 1"/>
          <p:cNvSpPr>
            <a:spLocks noGrp="1"/>
          </p:cNvSpPr>
          <p:nvPr>
            <p:ph type="ftr" idx="28"/>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43" name="PlaceHolder 2"/>
          <p:cNvSpPr>
            <a:spLocks noGrp="1"/>
          </p:cNvSpPr>
          <p:nvPr>
            <p:ph type="sldNum" idx="29"/>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829097E4-B80D-40B5-8566-7863DA581793}"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44" name="PlaceHolder 3"/>
          <p:cNvSpPr>
            <a:spLocks noGrp="1"/>
          </p:cNvSpPr>
          <p:nvPr>
            <p:ph type="dt" idx="30"/>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ftr" idx="31"/>
          </p:nvPr>
        </p:nvSpPr>
        <p:spPr>
          <a:xfrm>
            <a:off x="4038480" y="6356520"/>
            <a:ext cx="411408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uFillTx/>
                <a:latin typeface="Times New Roman"/>
              </a:defRPr>
            </a:lvl1pPr>
          </a:lstStyle>
          <a:p>
            <a:pPr indent="0" algn="ctr">
              <a:lnSpc>
                <a:spcPct val="100000"/>
              </a:lnSpc>
              <a:buNone/>
              <a:tabLst>
                <a:tab pos="0" algn="l"/>
              </a:tabLst>
            </a:pPr>
            <a:r>
              <a:rPr lang="en-IN" sz="1400" b="0" u="none" strike="noStrike">
                <a:solidFill>
                  <a:srgbClr val="000000"/>
                </a:solidFill>
                <a:uFillTx/>
                <a:latin typeface="Times New Roman"/>
              </a:rPr>
              <a:t>&lt;footer&gt;</a:t>
            </a:r>
          </a:p>
        </p:txBody>
      </p:sp>
      <p:sp>
        <p:nvSpPr>
          <p:cNvPr id="46" name="PlaceHolder 2"/>
          <p:cNvSpPr>
            <a:spLocks noGrp="1"/>
          </p:cNvSpPr>
          <p:nvPr>
            <p:ph type="sldNum" idx="32"/>
          </p:nvPr>
        </p:nvSpPr>
        <p:spPr>
          <a:xfrm>
            <a:off x="8610480" y="6356520"/>
            <a:ext cx="27424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IN" sz="1200" b="0" u="none" strike="noStrike">
                <a:solidFill>
                  <a:schemeClr val="dk1">
                    <a:tint val="75000"/>
                  </a:schemeClr>
                </a:solidFill>
                <a:uFillTx/>
                <a:latin typeface="Calibri"/>
              </a:defRPr>
            </a:lvl1pPr>
          </a:lstStyle>
          <a:p>
            <a:pPr indent="0" algn="r" defTabSz="914400">
              <a:lnSpc>
                <a:spcPct val="100000"/>
              </a:lnSpc>
              <a:buNone/>
              <a:tabLst>
                <a:tab pos="0" algn="l"/>
              </a:tabLst>
            </a:pPr>
            <a:fld id="{4DEC9A86-89F3-459F-ACF6-5B906FF350EC}" type="slidenum">
              <a:rPr lang="en-IN" sz="1200" b="0" u="none" strike="noStrike">
                <a:solidFill>
                  <a:schemeClr val="dk1">
                    <a:tint val="75000"/>
                  </a:schemeClr>
                </a:solidFill>
                <a:uFillTx/>
                <a:latin typeface="Calibri"/>
              </a:rPr>
              <a:t>‹#›</a:t>
            </a:fld>
            <a:endParaRPr lang="en-IN" sz="1200" b="0" u="none" strike="noStrike">
              <a:solidFill>
                <a:srgbClr val="000000"/>
              </a:solidFill>
              <a:uFillTx/>
              <a:latin typeface="Times New Roman"/>
            </a:endParaRPr>
          </a:p>
        </p:txBody>
      </p:sp>
      <p:sp>
        <p:nvSpPr>
          <p:cNvPr id="47" name="PlaceHolder 3"/>
          <p:cNvSpPr>
            <a:spLocks noGrp="1"/>
          </p:cNvSpPr>
          <p:nvPr>
            <p:ph type="dt" idx="33"/>
          </p:nvPr>
        </p:nvSpPr>
        <p:spPr>
          <a:xfrm>
            <a:off x="838080" y="6356520"/>
            <a:ext cx="2742480" cy="364320"/>
          </a:xfrm>
          <a:prstGeom prst="rect">
            <a:avLst/>
          </a:prstGeom>
          <a:noFill/>
          <a:ln w="0">
            <a:noFill/>
          </a:ln>
        </p:spPr>
        <p:txBody>
          <a:bodyPr lIns="91440" tIns="45720" rIns="91440" bIns="45720" anchor="ctr">
            <a:noAutofit/>
          </a:bodyPr>
          <a:lstStyle>
            <a:lvl1pPr indent="0">
              <a:buNone/>
              <a:defRPr lang="en-IN" sz="1400" b="0" u="none" strike="noStrike">
                <a:solidFill>
                  <a:srgbClr val="000000"/>
                </a:solidFill>
                <a:uFillTx/>
                <a:latin typeface="Times New Roman"/>
              </a:defRPr>
            </a:lvl1pPr>
          </a:lstStyle>
          <a:p>
            <a:pPr indent="0">
              <a:buNone/>
            </a:pPr>
            <a:r>
              <a:rPr lang="en-IN" sz="1400" b="0" u="none" strike="noStrike">
                <a:solidFill>
                  <a:srgbClr val="000000"/>
                </a:solidFill>
                <a:uFillTx/>
                <a:latin typeface="Times New Roman"/>
              </a:rPr>
              <a:t>&lt;date/time&gt;</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algn="ctr">
              <a:buNone/>
            </a:pPr>
            <a:r>
              <a:rPr lang="en-IN" sz="1600" b="0" u="none" strike="noStrike">
                <a:solidFill>
                  <a:srgbClr val="000000"/>
                </a:solidFill>
                <a:uFillTx/>
                <a:latin typeface="Arial"/>
              </a:rPr>
              <a:t>VARDHAMAN COLLEGE OF ENGINEERING</a:t>
            </a:r>
            <a:br>
              <a:rPr sz="1600"/>
            </a:br>
            <a:r>
              <a:rPr lang="en-IN" sz="1600" b="0" u="none" strike="noStrike">
                <a:solidFill>
                  <a:srgbClr val="000000"/>
                </a:solidFill>
                <a:uFillTx/>
                <a:latin typeface="Arial"/>
              </a:rPr>
              <a:t>(AUTONOMOUS)</a:t>
            </a:r>
            <a:br>
              <a:rPr sz="1800"/>
            </a:br>
            <a:r>
              <a:rPr lang="en-IN" sz="900" b="0" u="none" strike="noStrike">
                <a:solidFill>
                  <a:srgbClr val="000000"/>
                </a:solidFill>
                <a:uFillTx/>
                <a:latin typeface="Avenir"/>
                <a:ea typeface="Avenir"/>
              </a:rPr>
              <a:t>Affiliated to JNTUH, Approved by AICTE, Accredited by NAAC with A++ Grade, ISO 9001:2015 Certified</a:t>
            </a:r>
            <a:br>
              <a:rPr sz="900"/>
            </a:br>
            <a:r>
              <a:rPr lang="en-IN" sz="1600" b="0" u="none" strike="noStrike">
                <a:solidFill>
                  <a:srgbClr val="000000"/>
                </a:solidFill>
                <a:uFillTx/>
                <a:latin typeface="Arial"/>
              </a:rPr>
              <a:t>Kacharam, Shamshabad, Hyderabad – 501218, Telangana, India</a:t>
            </a:r>
            <a:br>
              <a:rPr sz="1600"/>
            </a:br>
            <a:r>
              <a:rPr lang="en-IN" sz="1600" b="0" u="none" strike="noStrike">
                <a:solidFill>
                  <a:srgbClr val="000000"/>
                </a:solidFill>
                <a:uFillTx/>
                <a:latin typeface="Arial"/>
              </a:rPr>
              <a:t>DEPARTMENT OF COMPUTER SCIENCE AND ENGINEERING (AI&amp;ML)</a:t>
            </a:r>
          </a:p>
        </p:txBody>
      </p:sp>
      <p:sp>
        <p:nvSpPr>
          <p:cNvPr id="49" name="PlaceHolder 2"/>
          <p:cNvSpPr>
            <a:spLocks noGrp="1"/>
          </p:cNvSpPr>
          <p:nvPr>
            <p:ph/>
          </p:nvPr>
        </p:nvSpPr>
        <p:spPr>
          <a:xfrm>
            <a:off x="838080" y="1800000"/>
            <a:ext cx="10321920" cy="1260000"/>
          </a:xfrm>
          <a:prstGeom prst="rect">
            <a:avLst/>
          </a:prstGeom>
          <a:noFill/>
          <a:ln w="0">
            <a:noFill/>
          </a:ln>
        </p:spPr>
        <p:txBody>
          <a:bodyPr lIns="91440" tIns="45720" rIns="91440" bIns="45720" anchor="t">
            <a:noAutofit/>
          </a:bodyPr>
          <a:lstStyle/>
          <a:p>
            <a:pPr indent="0" algn="ctr">
              <a:buNone/>
            </a:pPr>
            <a:r>
              <a:rPr lang="en-US" sz="1800" b="0" u="none" strike="noStrike" dirty="0">
                <a:solidFill>
                  <a:srgbClr val="000000"/>
                </a:solidFill>
                <a:uFillTx/>
                <a:latin typeface="Times New Roman"/>
                <a:ea typeface=""/>
              </a:rPr>
              <a:t>MINI PROJECT PRESENTATION - II</a:t>
            </a:r>
            <a:endParaRPr lang="en-US" sz="1800" b="1" u="sng" strike="noStrike" dirty="0">
              <a:solidFill>
                <a:srgbClr val="000000"/>
              </a:solidFill>
              <a:uFillTx/>
              <a:latin typeface="Times New Roman"/>
            </a:endParaRPr>
          </a:p>
          <a:p>
            <a:pPr indent="0" algn="ctr">
              <a:buNone/>
            </a:pPr>
            <a:r>
              <a:rPr lang="en-US" sz="1800" b="0" u="none" strike="noStrike" dirty="0">
                <a:solidFill>
                  <a:srgbClr val="000000"/>
                </a:solidFill>
                <a:uFillTx/>
                <a:latin typeface="Times New Roman"/>
                <a:ea typeface=""/>
              </a:rPr>
              <a:t>III - Year </a:t>
            </a:r>
            <a:r>
              <a:rPr lang="en-US" sz="1800" b="0" u="none" strike="noStrike" dirty="0" err="1">
                <a:solidFill>
                  <a:srgbClr val="000000"/>
                </a:solidFill>
                <a:uFillTx/>
                <a:latin typeface="Times New Roman"/>
                <a:ea typeface=""/>
              </a:rPr>
              <a:t>B.Tech</a:t>
            </a:r>
            <a:r>
              <a:rPr lang="en-US" sz="1800" b="0" u="none" strike="noStrike" dirty="0">
                <a:solidFill>
                  <a:srgbClr val="000000"/>
                </a:solidFill>
                <a:uFillTx/>
                <a:latin typeface="Times New Roman"/>
                <a:ea typeface=""/>
              </a:rPr>
              <a:t> - I Sem</a:t>
            </a:r>
            <a:endParaRPr lang="en-US" sz="1800" b="1" u="sng" strike="noStrike" dirty="0">
              <a:solidFill>
                <a:srgbClr val="000000"/>
              </a:solidFill>
              <a:uFillTx/>
              <a:latin typeface="Times New Roman"/>
            </a:endParaRPr>
          </a:p>
          <a:p>
            <a:pPr indent="0" algn="ctr">
              <a:buNone/>
            </a:pPr>
            <a:r>
              <a:rPr lang="en-US" sz="1800" b="0" u="none" strike="noStrike" dirty="0">
                <a:solidFill>
                  <a:srgbClr val="000000"/>
                </a:solidFill>
                <a:uFillTx/>
                <a:latin typeface="Times New Roman"/>
                <a:ea typeface=""/>
              </a:rPr>
              <a:t>CSE – AI &amp; ML </a:t>
            </a:r>
            <a:endParaRPr lang="en-US" sz="1800" b="1" u="sng" strike="noStrike" dirty="0">
              <a:solidFill>
                <a:srgbClr val="000000"/>
              </a:solidFill>
              <a:uFillTx/>
              <a:latin typeface="Times New Roman"/>
            </a:endParaRPr>
          </a:p>
          <a:p>
            <a:pPr indent="0" algn="ctr">
              <a:buNone/>
            </a:pPr>
            <a:r>
              <a:rPr lang="en-US" sz="1800" b="0" u="none" strike="noStrike" dirty="0">
                <a:solidFill>
                  <a:srgbClr val="000000"/>
                </a:solidFill>
                <a:uFillTx/>
                <a:latin typeface="Times New Roman"/>
                <a:ea typeface=""/>
              </a:rPr>
              <a:t>SESSION 2024-2025</a:t>
            </a:r>
            <a:endParaRPr lang="en-US" sz="1800" b="1" u="sng" strike="noStrike" dirty="0">
              <a:solidFill>
                <a:srgbClr val="000000"/>
              </a:solidFill>
              <a:uFillTx/>
              <a:latin typeface="Times New Roman"/>
            </a:endParaRPr>
          </a:p>
        </p:txBody>
      </p:sp>
      <p:pic>
        <p:nvPicPr>
          <p:cNvPr id="50" name="Picture 49"/>
          <p:cNvPicPr/>
          <p:nvPr/>
        </p:nvPicPr>
        <p:blipFill>
          <a:blip r:embed="rId2"/>
          <a:stretch/>
        </p:blipFill>
        <p:spPr>
          <a:xfrm>
            <a:off x="1080000" y="423360"/>
            <a:ext cx="1244880" cy="836640"/>
          </a:xfrm>
          <a:prstGeom prst="rect">
            <a:avLst/>
          </a:prstGeom>
          <a:ln w="0">
            <a:noFill/>
          </a:ln>
        </p:spPr>
      </p:pic>
      <p:sp>
        <p:nvSpPr>
          <p:cNvPr id="51" name="PlaceHolder 3"/>
          <p:cNvSpPr txBox="1"/>
          <p:nvPr/>
        </p:nvSpPr>
        <p:spPr>
          <a:xfrm>
            <a:off x="900000" y="3780000"/>
            <a:ext cx="10321920" cy="540000"/>
          </a:xfrm>
          <a:prstGeom prst="rect">
            <a:avLst/>
          </a:prstGeom>
          <a:noFill/>
          <a:ln w="0">
            <a:noFill/>
          </a:ln>
        </p:spPr>
        <p:txBody>
          <a:bodyPr anchor="t">
            <a:noAutofit/>
          </a:bodyPr>
          <a:lstStyle/>
          <a:p>
            <a:pPr algn="ctr"/>
            <a:r>
              <a:rPr lang="en-US" sz="1800" b="1" u="sng" strike="noStrike" dirty="0">
                <a:solidFill>
                  <a:srgbClr val="000000"/>
                </a:solidFill>
                <a:uFillTx/>
                <a:latin typeface="Times New Roman"/>
              </a:rPr>
              <a:t>OTAKU NEXUS</a:t>
            </a:r>
          </a:p>
        </p:txBody>
      </p:sp>
      <p:sp>
        <p:nvSpPr>
          <p:cNvPr id="52" name="PlaceHolder 4"/>
          <p:cNvSpPr txBox="1"/>
          <p:nvPr/>
        </p:nvSpPr>
        <p:spPr>
          <a:xfrm>
            <a:off x="118080" y="4719484"/>
            <a:ext cx="3841920" cy="1940516"/>
          </a:xfrm>
          <a:prstGeom prst="rect">
            <a:avLst/>
          </a:prstGeom>
          <a:noFill/>
          <a:ln w="0">
            <a:noFill/>
          </a:ln>
        </p:spPr>
        <p:txBody>
          <a:bodyPr anchor="t">
            <a:noAutofit/>
          </a:bodyPr>
          <a:lstStyle/>
          <a:p>
            <a:pPr algn="ctr"/>
            <a:r>
              <a:rPr lang="en-US" sz="1800" b="1" u="none" strike="noStrike" dirty="0">
                <a:solidFill>
                  <a:srgbClr val="000000"/>
                </a:solidFill>
                <a:uFillTx/>
                <a:latin typeface="Times New Roman"/>
                <a:ea typeface=""/>
              </a:rPr>
              <a:t>Team No:13 </a:t>
            </a:r>
            <a:endParaRPr lang="en-US" sz="1800" b="1" u="sng" strike="noStrike" dirty="0">
              <a:solidFill>
                <a:srgbClr val="000000"/>
              </a:solidFill>
              <a:uFillTx/>
              <a:latin typeface="Times New Roman"/>
            </a:endParaRPr>
          </a:p>
          <a:p>
            <a:pPr hangingPunct="0">
              <a:lnSpc>
                <a:spcPct val="107000"/>
              </a:lnSpc>
              <a:spcAft>
                <a:spcPts val="800"/>
              </a:spcAft>
            </a:pPr>
            <a:r>
              <a:rPr lang="en-US" sz="1800" kern="100" dirty="0">
                <a:solidFill>
                  <a:srgbClr val="000000"/>
                </a:solidFill>
                <a:effectLst/>
                <a:latin typeface="Times New Roman"/>
                <a:ea typeface="Calibri" panose="020F0502020204030204" pitchFamily="34" charset="0"/>
                <a:cs typeface="Calibri" panose="020F0502020204030204" pitchFamily="34" charset="0"/>
              </a:rPr>
              <a:t>      </a:t>
            </a:r>
            <a:r>
              <a:rPr lang="en-US" sz="1800" kern="100" dirty="0">
                <a:effectLst/>
                <a:latin typeface="Times New Roman" panose="02020603050405020304" pitchFamily="18" charset="0"/>
                <a:ea typeface="Calibri" panose="020F0502020204030204" pitchFamily="34" charset="0"/>
                <a:cs typeface="Calibri" panose="020F0502020204030204" pitchFamily="34" charset="0"/>
              </a:rPr>
              <a:t>B S Siddhartha    23881A66D3</a:t>
            </a:r>
            <a:endParaRPr lang="en-IN" sz="1800" kern="100" dirty="0">
              <a:effectLst/>
              <a:latin typeface="Calibri" panose="020F0502020204030204" pitchFamily="34" charset="0"/>
              <a:ea typeface="Calibri" panose="020F0502020204030204" pitchFamily="34" charset="0"/>
              <a:cs typeface="Calibri" panose="020F0502020204030204" pitchFamily="34" charset="0"/>
            </a:endParaRPr>
          </a:p>
          <a:p>
            <a:pPr hangingPunct="0">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Calibri" panose="020F0502020204030204" pitchFamily="34" charset="0"/>
              </a:rPr>
              <a:t>      D. Shradha          23881A66J0</a:t>
            </a:r>
          </a:p>
          <a:p>
            <a:pPr hangingPunct="0">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Calibri" panose="020F0502020204030204" pitchFamily="34" charset="0"/>
              </a:rPr>
              <a:t>      V. Pranavi            23881A66K0</a:t>
            </a:r>
            <a:endParaRPr lang="en-IN" kern="100" dirty="0">
              <a:latin typeface="Calibri" panose="020F0502020204030204" pitchFamily="34" charset="0"/>
              <a:ea typeface="Calibri" panose="020F0502020204030204" pitchFamily="34" charset="0"/>
              <a:cs typeface="Calibri" panose="020F0502020204030204" pitchFamily="34" charset="0"/>
            </a:endParaRPr>
          </a:p>
          <a:p>
            <a:pPr hangingPunct="0">
              <a:lnSpc>
                <a:spcPct val="107000"/>
              </a:lnSpc>
              <a:spcAft>
                <a:spcPts val="800"/>
              </a:spcAft>
            </a:pPr>
            <a:r>
              <a:rPr lang="en-IN" sz="1800" kern="100" dirty="0">
                <a:effectLst/>
                <a:latin typeface="Calibri" panose="020F0502020204030204" pitchFamily="34" charset="0"/>
                <a:ea typeface="Calibri" panose="020F0502020204030204" pitchFamily="34" charset="0"/>
                <a:cs typeface="Calibri" panose="020F0502020204030204" pitchFamily="34" charset="0"/>
              </a:rPr>
              <a:t>     </a:t>
            </a:r>
            <a:r>
              <a:rPr lang="en-US" sz="1800" kern="100" dirty="0">
                <a:effectLst/>
                <a:latin typeface="Times New Roman" panose="02020603050405020304" pitchFamily="18" charset="0"/>
                <a:ea typeface="Calibri" panose="020F0502020204030204" pitchFamily="34" charset="0"/>
                <a:cs typeface="Calibri" panose="020F0502020204030204" pitchFamily="34" charset="0"/>
              </a:rPr>
              <a:t>  M. Varun Sai       24885A6619</a:t>
            </a:r>
            <a:endParaRPr lang="en-IN" sz="1800" kern="100" dirty="0">
              <a:effectLst/>
              <a:latin typeface="Calibri" panose="020F0502020204030204" pitchFamily="34" charset="0"/>
              <a:ea typeface="Calibri" panose="020F0502020204030204" pitchFamily="34" charset="0"/>
              <a:cs typeface="Calibri" panose="020F0502020204030204" pitchFamily="34" charset="0"/>
            </a:endParaRPr>
          </a:p>
          <a:p>
            <a:pPr algn="ctr"/>
            <a:endParaRPr lang="en-US" sz="1800" b="1" u="sng" strike="noStrike" dirty="0">
              <a:solidFill>
                <a:srgbClr val="000000"/>
              </a:solidFill>
              <a:uFillTx/>
              <a:latin typeface="Times New Roman"/>
            </a:endParaRPr>
          </a:p>
        </p:txBody>
      </p:sp>
      <p:sp>
        <p:nvSpPr>
          <p:cNvPr id="53" name="PlaceHolder 5"/>
          <p:cNvSpPr txBox="1"/>
          <p:nvPr/>
        </p:nvSpPr>
        <p:spPr>
          <a:xfrm>
            <a:off x="7678080" y="5040000"/>
            <a:ext cx="3841920" cy="1620000"/>
          </a:xfrm>
          <a:prstGeom prst="rect">
            <a:avLst/>
          </a:prstGeom>
          <a:noFill/>
          <a:ln w="0">
            <a:noFill/>
          </a:ln>
        </p:spPr>
        <p:txBody>
          <a:bodyPr anchor="t">
            <a:noAutofit/>
          </a:bodyPr>
          <a:lstStyle/>
          <a:p>
            <a:pPr algn="ctr"/>
            <a:r>
              <a:rPr lang="en-US" sz="1800" b="1" u="none" strike="noStrike" dirty="0">
                <a:solidFill>
                  <a:srgbClr val="000000"/>
                </a:solidFill>
                <a:uFillTx/>
                <a:latin typeface="Times New Roman"/>
                <a:ea typeface=""/>
              </a:rPr>
              <a:t>SUPERVISOR NAME:</a:t>
            </a:r>
            <a:endParaRPr lang="en-US" sz="1800" b="1" u="sng" strike="noStrike" dirty="0">
              <a:solidFill>
                <a:srgbClr val="000000"/>
              </a:solidFill>
              <a:uFillTx/>
              <a:latin typeface="Times New Roman"/>
            </a:endParaRPr>
          </a:p>
          <a:p>
            <a:pPr algn="ctr"/>
            <a:r>
              <a:rPr lang="en-US" sz="1800" kern="100" dirty="0">
                <a:effectLst/>
                <a:latin typeface="Times New Roman" panose="02020603050405020304" pitchFamily="18" charset="0"/>
                <a:ea typeface="Calibri" panose="020F0502020204030204" pitchFamily="34" charset="0"/>
                <a:cs typeface="Calibri" panose="020F0502020204030204" pitchFamily="34" charset="0"/>
              </a:rPr>
              <a:t> Mr. Anudeep Meda</a:t>
            </a:r>
          </a:p>
          <a:p>
            <a:pPr algn="ctr"/>
            <a:r>
              <a:rPr lang="en-US" dirty="0">
                <a:solidFill>
                  <a:srgbClr val="000000"/>
                </a:solidFill>
                <a:latin typeface="Times New Roman"/>
                <a:ea typeface=""/>
              </a:rPr>
              <a:t>Assistant professor</a:t>
            </a:r>
            <a:endParaRPr lang="en-IN" sz="1800" b="0" u="none" strike="noStrike" dirty="0">
              <a:solidFill>
                <a:srgbClr val="000000"/>
              </a:solidFill>
              <a:uFillTx/>
              <a:latin typeface="Arial"/>
            </a:endParaRPr>
          </a:p>
          <a:p>
            <a:pPr algn="ctr"/>
            <a:r>
              <a:rPr lang="en-US" sz="1800" b="0" u="none" strike="noStrike" dirty="0">
                <a:solidFill>
                  <a:srgbClr val="000000"/>
                </a:solidFill>
                <a:uFillTx/>
                <a:latin typeface="Times New Roman"/>
                <a:ea typeface=""/>
              </a:rPr>
              <a:t>Department of CSE – AI &amp; ML </a:t>
            </a:r>
            <a:endParaRPr lang="en-IN" sz="1800" b="0" u="none" strike="noStrike" dirty="0">
              <a:solidFill>
                <a:srgbClr val="000000"/>
              </a:solidFill>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indent="0" algn="ctr">
              <a:buNone/>
            </a:pPr>
            <a:r>
              <a:rPr lang="en-IN" sz="4000" b="0" u="none" strike="noStrike">
                <a:solidFill>
                  <a:srgbClr val="000000"/>
                </a:solidFill>
                <a:uFillTx/>
                <a:latin typeface="Arial"/>
              </a:rPr>
              <a:t>AGENDA</a:t>
            </a:r>
          </a:p>
        </p:txBody>
      </p:sp>
      <p:pic>
        <p:nvPicPr>
          <p:cNvPr id="55" name="Picture 54"/>
          <p:cNvPicPr/>
          <p:nvPr/>
        </p:nvPicPr>
        <p:blipFill>
          <a:blip r:embed="rId2"/>
          <a:stretch/>
        </p:blipFill>
        <p:spPr>
          <a:xfrm>
            <a:off x="1080000" y="423360"/>
            <a:ext cx="1244880" cy="836640"/>
          </a:xfrm>
          <a:prstGeom prst="rect">
            <a:avLst/>
          </a:prstGeom>
          <a:ln w="0">
            <a:noFill/>
          </a:ln>
        </p:spPr>
      </p:pic>
      <p:sp>
        <p:nvSpPr>
          <p:cNvPr id="56" name="PlaceHolder 10"/>
          <p:cNvSpPr txBox="1"/>
          <p:nvPr/>
        </p:nvSpPr>
        <p:spPr>
          <a:xfrm>
            <a:off x="900000" y="1989832"/>
            <a:ext cx="10321920" cy="4320000"/>
          </a:xfrm>
          <a:prstGeom prst="rect">
            <a:avLst/>
          </a:prstGeom>
          <a:noFill/>
          <a:ln w="0">
            <a:noFill/>
          </a:ln>
        </p:spPr>
        <p:txBody>
          <a:bodyPr anchor="t">
            <a:noAutofit/>
          </a:bodyPr>
          <a:lstStyle/>
          <a:p>
            <a:pPr marL="457200" indent="-228600">
              <a:spcBef>
                <a:spcPts val="1191"/>
              </a:spcBef>
              <a:spcAft>
                <a:spcPts val="992"/>
              </a:spcAft>
              <a:buClr>
                <a:srgbClr val="000000"/>
              </a:buClr>
              <a:buSzPct val="45000"/>
              <a:buFont typeface="Wingdings" charset="2"/>
              <a:buChar char=""/>
            </a:pPr>
            <a:r>
              <a:rPr lang="en-US" sz="2400" b="1" u="none" strike="noStrike" dirty="0">
                <a:solidFill>
                  <a:srgbClr val="000000"/>
                </a:solidFill>
                <a:uFillTx/>
                <a:latin typeface="Times New Roman"/>
                <a:ea typeface=""/>
              </a:rPr>
              <a:t>Project Overview</a:t>
            </a:r>
            <a:endParaRPr lang="en-IN" sz="2400" b="0" u="none" strike="noStrike" dirty="0">
              <a:solidFill>
                <a:srgbClr val="000000"/>
              </a:solidFill>
              <a:uFillTx/>
              <a:latin typeface="Arial"/>
            </a:endParaRPr>
          </a:p>
          <a:p>
            <a:pPr marL="457200" indent="-228600">
              <a:spcBef>
                <a:spcPts val="1191"/>
              </a:spcBef>
              <a:spcAft>
                <a:spcPts val="992"/>
              </a:spcAft>
              <a:buClr>
                <a:srgbClr val="000000"/>
              </a:buClr>
              <a:buSzPct val="45000"/>
              <a:buFont typeface="Wingdings" charset="2"/>
              <a:buChar char=""/>
            </a:pPr>
            <a:r>
              <a:rPr lang="en-US" sz="2400" b="1" u="none" strike="noStrike" dirty="0">
                <a:solidFill>
                  <a:srgbClr val="000000"/>
                </a:solidFill>
                <a:uFillTx/>
                <a:latin typeface="Times New Roman"/>
              </a:rPr>
              <a:t>Requirements</a:t>
            </a:r>
            <a:endParaRPr lang="en-IN" sz="2400" b="0" u="none" strike="noStrike" dirty="0">
              <a:solidFill>
                <a:srgbClr val="000000"/>
              </a:solidFill>
              <a:uFillTx/>
              <a:latin typeface="Arial"/>
            </a:endParaRPr>
          </a:p>
          <a:p>
            <a:pPr marL="457200" indent="-228600">
              <a:spcBef>
                <a:spcPts val="1191"/>
              </a:spcBef>
              <a:spcAft>
                <a:spcPts val="992"/>
              </a:spcAft>
              <a:buClr>
                <a:srgbClr val="000000"/>
              </a:buClr>
              <a:buSzPct val="45000"/>
              <a:buFont typeface="Wingdings" charset="2"/>
              <a:buChar char=""/>
            </a:pPr>
            <a:r>
              <a:rPr lang="en-US" sz="2400" b="1" u="none" strike="noStrike" dirty="0">
                <a:solidFill>
                  <a:srgbClr val="000000"/>
                </a:solidFill>
                <a:uFillTx/>
                <a:latin typeface="Times New Roman"/>
                <a:ea typeface=""/>
              </a:rPr>
              <a:t>Concepts / Technologies</a:t>
            </a:r>
          </a:p>
          <a:p>
            <a:pPr marL="457200" indent="-228600">
              <a:spcBef>
                <a:spcPts val="1191"/>
              </a:spcBef>
              <a:spcAft>
                <a:spcPts val="992"/>
              </a:spcAft>
              <a:buClr>
                <a:srgbClr val="000000"/>
              </a:buClr>
              <a:buSzPct val="45000"/>
              <a:buFont typeface="Wingdings" charset="2"/>
              <a:buChar char=""/>
            </a:pPr>
            <a:r>
              <a:rPr lang="en-US" sz="2400" b="1" dirty="0">
                <a:solidFill>
                  <a:srgbClr val="000000"/>
                </a:solidFill>
                <a:latin typeface="Times New Roman"/>
              </a:rPr>
              <a:t>Flowchart</a:t>
            </a:r>
            <a:endParaRPr lang="en-IN" sz="2400" b="0" u="none" strike="noStrike" dirty="0">
              <a:solidFill>
                <a:srgbClr val="000000"/>
              </a:solidFill>
              <a:uFillTx/>
              <a:latin typeface="Arial"/>
            </a:endParaRPr>
          </a:p>
          <a:p>
            <a:pPr marL="457200" indent="-228600">
              <a:spcBef>
                <a:spcPts val="1191"/>
              </a:spcBef>
              <a:spcAft>
                <a:spcPts val="992"/>
              </a:spcAft>
              <a:buClr>
                <a:srgbClr val="000000"/>
              </a:buClr>
              <a:buSzPct val="45000"/>
              <a:buFont typeface="Wingdings" charset="2"/>
              <a:buChar char=""/>
            </a:pPr>
            <a:r>
              <a:rPr lang="en-US" sz="2400" b="1" u="none" strike="noStrike" dirty="0">
                <a:solidFill>
                  <a:srgbClr val="000000"/>
                </a:solidFill>
                <a:uFillTx/>
                <a:latin typeface="Times New Roman"/>
                <a:ea typeface=""/>
              </a:rPr>
              <a:t>Conclusion</a:t>
            </a:r>
            <a:endParaRPr lang="en-IN" sz="2400" b="0" u="none" strike="noStrike" dirty="0">
              <a:solidFill>
                <a:srgbClr val="000000"/>
              </a:solidFill>
              <a:uFillTx/>
              <a:latin typeface="Arial"/>
            </a:endParaRPr>
          </a:p>
          <a:p>
            <a:pPr marL="228600">
              <a:spcBef>
                <a:spcPts val="1191"/>
              </a:spcBef>
              <a:spcAft>
                <a:spcPts val="992"/>
              </a:spcAft>
              <a:buClr>
                <a:srgbClr val="000000"/>
              </a:buClr>
              <a:buSzPct val="45000"/>
            </a:pPr>
            <a:endParaRPr lang="en-IN" sz="2200" b="0" u="none" strike="noStrike" dirty="0">
              <a:solidFill>
                <a:srgbClr val="000000"/>
              </a:solidFill>
              <a:uFillTx/>
              <a:latin typeface="Arial"/>
            </a:endParaRPr>
          </a:p>
          <a:p>
            <a:pPr marL="457200" indent="-228600">
              <a:spcBef>
                <a:spcPts val="1191"/>
              </a:spcBef>
              <a:spcAft>
                <a:spcPts val="992"/>
              </a:spcAft>
              <a:buClr>
                <a:srgbClr val="000000"/>
              </a:buClr>
              <a:buSzPct val="45000"/>
              <a:buFont typeface="Wingdings" charset="2"/>
              <a:buChar char=""/>
            </a:pPr>
            <a:endParaRPr lang="en-IN" sz="2200" b="0" u="none" strike="noStrike" dirty="0">
              <a:solidFill>
                <a:srgbClr val="000000"/>
              </a:solidFill>
              <a:uFillTx/>
              <a:latin typeface="Arial"/>
            </a:endParaRPr>
          </a:p>
        </p:txBody>
      </p:sp>
      <p:sp>
        <p:nvSpPr>
          <p:cNvPr id="3" name="PlaceHolder 2"/>
          <p:cNvSpPr>
            <a:spLocks noGrp="1"/>
          </p:cNvSpPr>
          <p:nvPr>
            <p:ph type="ftr" idx="10"/>
          </p:nvPr>
        </p:nvSpPr>
        <p:spPr/>
        <p:txBody>
          <a:bodyPr/>
          <a:lstStyle/>
          <a:p>
            <a:r>
              <a:rPr lang="en-US" dirty="0"/>
              <a:t>OTAKU NEXUS</a:t>
            </a:r>
            <a:r>
              <a:rPr dirty="0"/>
              <a:t>/ </a:t>
            </a:r>
            <a:r>
              <a:rPr lang="en-US" dirty="0"/>
              <a:t>Team No-58</a:t>
            </a:r>
            <a:endParaRPr dirty="0"/>
          </a:p>
        </p:txBody>
      </p:sp>
      <p:sp>
        <p:nvSpPr>
          <p:cNvPr id="4" name="PlaceHolder 3"/>
          <p:cNvSpPr>
            <a:spLocks noGrp="1"/>
          </p:cNvSpPr>
          <p:nvPr>
            <p:ph type="dt" idx="12"/>
          </p:nvPr>
        </p:nvSpPr>
        <p:spPr/>
        <p:txBody>
          <a:bodyPr/>
          <a:lstStyle/>
          <a:p>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marL="457200" indent="-228600" algn="ctr">
              <a:spcBef>
                <a:spcPts val="1191"/>
              </a:spcBef>
              <a:spcAft>
                <a:spcPts val="992"/>
              </a:spcAft>
              <a:buNone/>
            </a:pPr>
            <a:r>
              <a:rPr lang="en-US" sz="4000" b="1" u="none" strike="noStrike">
                <a:solidFill>
                  <a:srgbClr val="000000"/>
                </a:solidFill>
                <a:uFillTx/>
                <a:latin typeface="Times New Roman"/>
              </a:rPr>
              <a:t>Project Overview</a:t>
            </a:r>
            <a:endParaRPr lang="en-IN" sz="4000" b="0" u="none" strike="noStrike">
              <a:solidFill>
                <a:srgbClr val="000000"/>
              </a:solidFill>
              <a:uFillTx/>
              <a:latin typeface="Arial"/>
            </a:endParaRPr>
          </a:p>
        </p:txBody>
      </p:sp>
      <p:pic>
        <p:nvPicPr>
          <p:cNvPr id="58" name="Picture 57"/>
          <p:cNvPicPr/>
          <p:nvPr/>
        </p:nvPicPr>
        <p:blipFill>
          <a:blip r:embed="rId2"/>
          <a:stretch/>
        </p:blipFill>
        <p:spPr>
          <a:xfrm>
            <a:off x="1080000" y="423360"/>
            <a:ext cx="1244880" cy="836640"/>
          </a:xfrm>
          <a:prstGeom prst="rect">
            <a:avLst/>
          </a:prstGeom>
          <a:ln w="0">
            <a:noFill/>
          </a:ln>
        </p:spPr>
      </p:pic>
      <p:sp>
        <p:nvSpPr>
          <p:cNvPr id="59" name="PlaceHolder 7"/>
          <p:cNvSpPr txBox="1"/>
          <p:nvPr/>
        </p:nvSpPr>
        <p:spPr>
          <a:xfrm>
            <a:off x="348792" y="838987"/>
            <a:ext cx="11531208" cy="5281014"/>
          </a:xfrm>
          <a:prstGeom prst="rect">
            <a:avLst/>
          </a:prstGeom>
          <a:noFill/>
          <a:ln w="0">
            <a:noFill/>
          </a:ln>
        </p:spPr>
        <p:txBody>
          <a:bodyPr anchor="t">
            <a:noAutofit/>
          </a:bodyPr>
          <a:lstStyle/>
          <a:p>
            <a:endParaRPr lang="en-IN" sz="1800" b="0" u="none" strike="noStrike" dirty="0">
              <a:solidFill>
                <a:srgbClr val="000000"/>
              </a:solidFill>
              <a:uFillTx/>
            </a:endParaRPr>
          </a:p>
          <a:p>
            <a:pPr marL="228600" algn="just">
              <a:spcBef>
                <a:spcPts val="1191"/>
              </a:spcBef>
              <a:spcAft>
                <a:spcPts val="992"/>
              </a:spcAft>
              <a:buClr>
                <a:srgbClr val="000000"/>
              </a:buClr>
              <a:buSzPct val="45000"/>
            </a:pPr>
            <a:r>
              <a:rPr lang="en-US" sz="2400" b="1" u="none" strike="noStrike" dirty="0">
                <a:solidFill>
                  <a:srgbClr val="000000"/>
                </a:solidFill>
                <a:uFillTx/>
                <a:latin typeface="Times New Roman" panose="02020603050405020304" pitchFamily="18" charset="0"/>
                <a:ea typeface=""/>
                <a:cs typeface="Times New Roman" panose="02020603050405020304" pitchFamily="18" charset="0"/>
              </a:rPr>
              <a:t>Objectives: </a:t>
            </a:r>
          </a:p>
          <a:p>
            <a:pPr marL="457200" indent="-228600" algn="just">
              <a:spcBef>
                <a:spcPts val="1191"/>
              </a:spcBef>
              <a:spcAft>
                <a:spcPts val="992"/>
              </a:spcAft>
              <a:buClr>
                <a:srgbClr val="000000"/>
              </a:buClr>
              <a:buSzPct val="45000"/>
              <a:buFont typeface="Wingdings" charset="2"/>
              <a:buChar char=""/>
            </a:pPr>
            <a:r>
              <a:rPr lang="en-US" sz="2000" dirty="0">
                <a:latin typeface="Times New Roman" panose="02020603050405020304" pitchFamily="18" charset="0"/>
                <a:cs typeface="Times New Roman" panose="02020603050405020304" pitchFamily="18" charset="0"/>
              </a:rPr>
              <a:t>We</a:t>
            </a:r>
            <a:r>
              <a:rPr lang="en-US" sz="2400" dirty="0"/>
              <a:t> </a:t>
            </a:r>
            <a:r>
              <a:rPr lang="en-US" sz="2000" dirty="0">
                <a:latin typeface="Times New Roman" panose="02020603050405020304" pitchFamily="18" charset="0"/>
                <a:cs typeface="Times New Roman" panose="02020603050405020304" pitchFamily="18" charset="0"/>
              </a:rPr>
              <a:t>aim to provide users the personalized recommendations on anime series,  manga, </a:t>
            </a:r>
            <a:r>
              <a:rPr lang="en-GB" sz="2000" dirty="0">
                <a:latin typeface="Times New Roman" panose="02020603050405020304" pitchFamily="18" charset="0"/>
                <a:cs typeface="Times New Roman" panose="02020603050405020304" pitchFamily="18" charset="0"/>
              </a:rPr>
              <a:t>b</a:t>
            </a:r>
            <a:r>
              <a:rPr lang="en-GB" sz="2000" kern="1200" dirty="0">
                <a:solidFill>
                  <a:schemeClr val="tx1"/>
                </a:solidFill>
                <a:latin typeface="Times New Roman" panose="02020603050405020304" pitchFamily="18" charset="0"/>
                <a:cs typeface="Times New Roman" panose="02020603050405020304" pitchFamily="18" charset="0"/>
              </a:rPr>
              <a:t>ased on genre, themes, and author preferences</a:t>
            </a:r>
            <a:r>
              <a:rPr lang="en-GB" sz="2000" kern="1200" dirty="0">
                <a:solidFill>
                  <a:schemeClr val="tx1"/>
                </a:solidFill>
                <a:latin typeface="+mn-lt"/>
                <a:ea typeface="+mn-ea"/>
                <a:cs typeface="+mn-cs"/>
              </a:rPr>
              <a:t> </a:t>
            </a:r>
            <a:r>
              <a:rPr lang="en-US" sz="2000" dirty="0">
                <a:latin typeface="Times New Roman" panose="02020603050405020304" pitchFamily="18" charset="0"/>
                <a:cs typeface="Times New Roman" panose="02020603050405020304" pitchFamily="18" charset="0"/>
              </a:rPr>
              <a:t>where users can </a:t>
            </a:r>
            <a:r>
              <a:rPr lang="en-GB" sz="2000" dirty="0">
                <a:latin typeface="Times New Roman" panose="02020603050405020304" pitchFamily="18" charset="0"/>
                <a:cs typeface="Times New Roman" panose="02020603050405020304" pitchFamily="18" charset="0"/>
              </a:rPr>
              <a:t>e</a:t>
            </a:r>
            <a:r>
              <a:rPr lang="en-GB" sz="2000" kern="1200" dirty="0">
                <a:solidFill>
                  <a:schemeClr val="tx1"/>
                </a:solidFill>
                <a:latin typeface="Times New Roman" panose="02020603050405020304" pitchFamily="18" charset="0"/>
                <a:cs typeface="Times New Roman" panose="02020603050405020304" pitchFamily="18" charset="0"/>
              </a:rPr>
              <a:t>xplore anime/manga by specific authors, artists, and genres</a:t>
            </a:r>
            <a:r>
              <a:rPr lang="en-US" sz="2000" dirty="0">
                <a:latin typeface="Times New Roman" panose="02020603050405020304" pitchFamily="18" charset="0"/>
                <a:cs typeface="Times New Roman" panose="02020603050405020304" pitchFamily="18" charset="0"/>
              </a:rPr>
              <a:t>.Users can get the latest release  and  detailed information about their </a:t>
            </a:r>
            <a:r>
              <a:rPr lang="en-US" sz="2000" dirty="0" err="1">
                <a:latin typeface="Times New Roman" panose="02020603050405020304" pitchFamily="18" charset="0"/>
                <a:cs typeface="Times New Roman" panose="02020603050405020304" pitchFamily="18" charset="0"/>
              </a:rPr>
              <a:t>favourite</a:t>
            </a:r>
            <a:r>
              <a:rPr lang="en-US" sz="2000" dirty="0">
                <a:latin typeface="Times New Roman" panose="02020603050405020304" pitchFamily="18" charset="0"/>
                <a:cs typeface="Times New Roman" panose="02020603050405020304" pitchFamily="18" charset="0"/>
              </a:rPr>
              <a:t> anime or manga.</a:t>
            </a:r>
          </a:p>
          <a:p>
            <a:pPr marL="228600" algn="just">
              <a:spcBef>
                <a:spcPts val="1191"/>
              </a:spcBef>
              <a:spcAft>
                <a:spcPts val="992"/>
              </a:spcAft>
              <a:buClr>
                <a:srgbClr val="000000"/>
              </a:buClr>
              <a:buSzPct val="45000"/>
            </a:pPr>
            <a:r>
              <a:rPr lang="en-IN" sz="2400" b="1" u="none" strike="noStrike" dirty="0">
                <a:solidFill>
                  <a:srgbClr val="000000"/>
                </a:solidFill>
                <a:uFillTx/>
                <a:latin typeface="Times New Roman" panose="02020603050405020304" pitchFamily="18" charset="0"/>
                <a:cs typeface="Times New Roman" panose="02020603050405020304" pitchFamily="18" charset="0"/>
              </a:rPr>
              <a:t>Scope</a:t>
            </a:r>
            <a:r>
              <a:rPr lang="en-IN" sz="2000" b="1" u="none" strike="noStrike" dirty="0">
                <a:solidFill>
                  <a:srgbClr val="000000"/>
                </a:solidFill>
                <a:uFillTx/>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000" dirty="0">
                <a:latin typeface="Times New Roman" panose="02020603050405020304" pitchFamily="18" charset="0"/>
                <a:cs typeface="Times New Roman" panose="02020603050405020304" pitchFamily="18" charset="0"/>
              </a:rPr>
              <a:t>User friendly interface</a:t>
            </a:r>
          </a:p>
          <a:p>
            <a:pPr marL="34290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Manga integration</a:t>
            </a:r>
          </a:p>
          <a:p>
            <a:pPr marL="34290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Design and usability</a:t>
            </a:r>
          </a:p>
          <a:p>
            <a:pPr marL="342900" indent="-342900" eaLnBrk="0" fontAlgn="base" hangingPunct="0">
              <a:spcBef>
                <a:spcPct val="0"/>
              </a:spcBef>
              <a:spcAft>
                <a:spcPct val="0"/>
              </a:spcAf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Review and recommendation system</a:t>
            </a:r>
            <a:endParaRPr lang="en-IN" sz="2000" b="0" u="none" strike="noStrike" dirty="0">
              <a:solidFill>
                <a:srgbClr val="000000"/>
              </a:solidFill>
              <a:uFillTx/>
              <a:latin typeface="Times New Roman" panose="02020603050405020304" pitchFamily="18" charset="0"/>
              <a:cs typeface="Times New Roman" panose="02020603050405020304" pitchFamily="18" charset="0"/>
            </a:endParaRPr>
          </a:p>
        </p:txBody>
      </p:sp>
      <p:sp>
        <p:nvSpPr>
          <p:cNvPr id="3" name="PlaceHolder 2"/>
          <p:cNvSpPr>
            <a:spLocks noGrp="1"/>
          </p:cNvSpPr>
          <p:nvPr>
            <p:ph type="ftr" idx="10"/>
          </p:nvPr>
        </p:nvSpPr>
        <p:spPr/>
        <p:txBody>
          <a:bodyPr/>
          <a:lstStyle/>
          <a:p>
            <a:r>
              <a:rPr lang="en-US" dirty="0"/>
              <a:t> OTAKU NEXUS </a:t>
            </a:r>
            <a:r>
              <a:rPr dirty="0"/>
              <a:t> / Team No-58</a:t>
            </a:r>
          </a:p>
        </p:txBody>
      </p:sp>
      <p:sp>
        <p:nvSpPr>
          <p:cNvPr id="4" name="PlaceHolder 3"/>
          <p:cNvSpPr>
            <a:spLocks noGrp="1"/>
          </p:cNvSpPr>
          <p:nvPr>
            <p:ph type="dt" idx="12"/>
          </p:nvPr>
        </p:nvSpPr>
        <p:spPr/>
        <p:txBody>
          <a:bodyPr/>
          <a:lstStyle/>
          <a:p>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marL="457200" indent="-228600" algn="ctr">
              <a:spcBef>
                <a:spcPts val="1191"/>
              </a:spcBef>
              <a:spcAft>
                <a:spcPts val="992"/>
              </a:spcAft>
              <a:buNone/>
            </a:pPr>
            <a:r>
              <a:rPr lang="en-US" sz="4000" b="1" dirty="0">
                <a:solidFill>
                  <a:srgbClr val="000000"/>
                </a:solidFill>
                <a:latin typeface="Times New Roman"/>
              </a:rPr>
              <a:t>Requirements</a:t>
            </a:r>
            <a:endParaRPr lang="en-IN" sz="4000" b="0" u="none" strike="noStrike" dirty="0">
              <a:solidFill>
                <a:srgbClr val="000000"/>
              </a:solidFill>
              <a:uFillTx/>
              <a:latin typeface="Arial"/>
            </a:endParaRPr>
          </a:p>
        </p:txBody>
      </p:sp>
      <p:pic>
        <p:nvPicPr>
          <p:cNvPr id="61" name="Picture 60"/>
          <p:cNvPicPr/>
          <p:nvPr/>
        </p:nvPicPr>
        <p:blipFill>
          <a:blip r:embed="rId2"/>
          <a:stretch/>
        </p:blipFill>
        <p:spPr>
          <a:xfrm>
            <a:off x="1080000" y="423360"/>
            <a:ext cx="1244880" cy="836640"/>
          </a:xfrm>
          <a:prstGeom prst="rect">
            <a:avLst/>
          </a:prstGeom>
          <a:ln w="0">
            <a:noFill/>
          </a:ln>
        </p:spPr>
      </p:pic>
      <p:sp>
        <p:nvSpPr>
          <p:cNvPr id="62" name="PlaceHolder 11"/>
          <p:cNvSpPr txBox="1"/>
          <p:nvPr/>
        </p:nvSpPr>
        <p:spPr>
          <a:xfrm>
            <a:off x="631597" y="1150070"/>
            <a:ext cx="11248404" cy="5149930"/>
          </a:xfrm>
          <a:prstGeom prst="rect">
            <a:avLst/>
          </a:prstGeom>
          <a:noFill/>
          <a:ln w="0">
            <a:noFill/>
          </a:ln>
        </p:spPr>
        <p:txBody>
          <a:bodyPr anchor="t">
            <a:noAutofit/>
          </a:bodyPr>
          <a:lstStyle/>
          <a:p>
            <a:endParaRPr lang="en-IN" sz="1800" b="0" u="none" strike="noStrike" dirty="0">
              <a:solidFill>
                <a:srgbClr val="000000"/>
              </a:solidFill>
              <a:uFillTx/>
              <a:latin typeface="Arial"/>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 Registration and Authentication</a:t>
            </a:r>
            <a:r>
              <a:rPr lang="en-US" sz="2000" dirty="0">
                <a:latin typeface="Times New Roman" panose="02020603050405020304" pitchFamily="18" charset="0"/>
                <a:cs typeface="Times New Roman" panose="02020603050405020304" pitchFamily="18" charset="0"/>
              </a:rPr>
              <a:t>: Users should be able to create accounts, log in, and logout. Include password recovery and email verification processes.(LOGIN PAGE)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Anime and Manga Database</a:t>
            </a:r>
            <a:r>
              <a:rPr lang="en-US" sz="2000" dirty="0">
                <a:latin typeface="Times New Roman" panose="02020603050405020304" pitchFamily="18" charset="0"/>
                <a:cs typeface="Times New Roman" panose="02020603050405020304" pitchFamily="18" charset="0"/>
              </a:rPr>
              <a:t>: A searchable database of anime and manga, including details such as title, genre, synopsis, new release, ratings, and cover images.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Personalized Recommendations</a:t>
            </a:r>
            <a:r>
              <a:rPr lang="en-US" sz="2000" dirty="0">
                <a:latin typeface="Times New Roman" panose="02020603050405020304" pitchFamily="18" charset="0"/>
                <a:cs typeface="Times New Roman" panose="02020603050405020304" pitchFamily="18" charset="0"/>
              </a:rPr>
              <a:t>: Provide users with recommendations based on their preferences, viewing history, and ratings.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Search and Filtering</a:t>
            </a:r>
            <a:r>
              <a:rPr lang="en-US" sz="2000" dirty="0">
                <a:latin typeface="Times New Roman" panose="02020603050405020304" pitchFamily="18" charset="0"/>
                <a:cs typeface="Times New Roman" panose="02020603050405020304" pitchFamily="18" charset="0"/>
              </a:rPr>
              <a:t>: Advanced search functionality with filters for genre, release year, rating, and popularity.</a:t>
            </a:r>
          </a:p>
          <a:p>
            <a:pPr>
              <a:buFont typeface="Arial" panose="020B0604020202020204" pitchFamily="34" charset="0"/>
              <a:buChar char="•"/>
            </a:pPr>
            <a:endParaRPr lang="en-US" sz="2000" dirty="0"/>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457200" indent="-228600">
              <a:spcBef>
                <a:spcPts val="1191"/>
              </a:spcBef>
              <a:spcAft>
                <a:spcPts val="992"/>
              </a:spcAft>
              <a:buClr>
                <a:srgbClr val="000000"/>
              </a:buClr>
              <a:buSzPct val="45000"/>
              <a:buFont typeface="Wingdings" charset="2"/>
              <a:buChar char=""/>
            </a:pPr>
            <a:endParaRPr lang="en-IN" sz="2000" b="0" u="none" strike="noStrike" dirty="0">
              <a:solidFill>
                <a:srgbClr val="000000"/>
              </a:solidFill>
              <a:uFillTx/>
              <a:latin typeface="Times New Roman" panose="02020603050405020304" pitchFamily="18" charset="0"/>
              <a:cs typeface="Times New Roman" panose="02020603050405020304" pitchFamily="18" charset="0"/>
            </a:endParaRPr>
          </a:p>
          <a:p>
            <a:pPr marL="457200" indent="-228600">
              <a:spcBef>
                <a:spcPts val="1191"/>
              </a:spcBef>
              <a:spcAft>
                <a:spcPts val="992"/>
              </a:spcAft>
              <a:buClr>
                <a:srgbClr val="000000"/>
              </a:buClr>
              <a:buSzPct val="45000"/>
              <a:buFont typeface="Wingdings" charset="2"/>
              <a:buChar char=""/>
            </a:pPr>
            <a:endParaRPr lang="en-IN" sz="2400" b="0" u="none" strike="noStrike" dirty="0">
              <a:solidFill>
                <a:srgbClr val="000000"/>
              </a:solidFill>
              <a:uFillTx/>
              <a:latin typeface="Arial"/>
            </a:endParaRPr>
          </a:p>
          <a:p>
            <a:endParaRPr lang="en-IN" sz="1000" b="0" u="none" strike="noStrike" dirty="0">
              <a:solidFill>
                <a:srgbClr val="000000"/>
              </a:solidFill>
              <a:uFillTx/>
              <a:latin typeface="Arial"/>
            </a:endParaRPr>
          </a:p>
        </p:txBody>
      </p:sp>
      <p:sp>
        <p:nvSpPr>
          <p:cNvPr id="3" name="PlaceHolder 2"/>
          <p:cNvSpPr>
            <a:spLocks noGrp="1"/>
          </p:cNvSpPr>
          <p:nvPr>
            <p:ph type="ftr" idx="10"/>
          </p:nvPr>
        </p:nvSpPr>
        <p:spPr/>
        <p:txBody>
          <a:bodyPr/>
          <a:lstStyle/>
          <a:p>
            <a:r>
              <a:rPr lang="en-US" dirty="0"/>
              <a:t>OTAKU NEXUS</a:t>
            </a:r>
            <a:r>
              <a:rPr dirty="0"/>
              <a:t> / Team No-58</a:t>
            </a:r>
          </a:p>
        </p:txBody>
      </p:sp>
      <p:sp>
        <p:nvSpPr>
          <p:cNvPr id="4" name="PlaceHolder 3"/>
          <p:cNvSpPr>
            <a:spLocks noGrp="1"/>
          </p:cNvSpPr>
          <p:nvPr>
            <p:ph type="dt" idx="12"/>
          </p:nvPr>
        </p:nvSpPr>
        <p:spPr/>
        <p:txBody>
          <a:bodyPr/>
          <a:lstStyle/>
          <a:p>
            <a:endParaRPr lang="en-IN"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marL="457200" indent="-228600" algn="ctr">
              <a:spcBef>
                <a:spcPts val="1191"/>
              </a:spcBef>
              <a:spcAft>
                <a:spcPts val="992"/>
              </a:spcAft>
              <a:buNone/>
            </a:pPr>
            <a:r>
              <a:rPr lang="en-US" sz="4000" b="1" u="none" strike="noStrike" dirty="0">
                <a:solidFill>
                  <a:srgbClr val="000000"/>
                </a:solidFill>
                <a:uFillTx/>
                <a:latin typeface="Times New Roman"/>
              </a:rPr>
              <a:t>Concepts / Technologies</a:t>
            </a:r>
            <a:endParaRPr lang="en-IN" sz="4000" b="0" u="none" strike="noStrike" dirty="0">
              <a:solidFill>
                <a:srgbClr val="000000"/>
              </a:solidFill>
              <a:uFillTx/>
              <a:latin typeface="Arial"/>
            </a:endParaRPr>
          </a:p>
        </p:txBody>
      </p:sp>
      <p:pic>
        <p:nvPicPr>
          <p:cNvPr id="64" name="Picture 63"/>
          <p:cNvPicPr/>
          <p:nvPr/>
        </p:nvPicPr>
        <p:blipFill>
          <a:blip r:embed="rId2"/>
          <a:stretch/>
        </p:blipFill>
        <p:spPr>
          <a:xfrm>
            <a:off x="1080000" y="423360"/>
            <a:ext cx="1244880" cy="836640"/>
          </a:xfrm>
          <a:prstGeom prst="rect">
            <a:avLst/>
          </a:prstGeom>
          <a:ln w="0">
            <a:noFill/>
          </a:ln>
        </p:spPr>
      </p:pic>
      <p:sp>
        <p:nvSpPr>
          <p:cNvPr id="65" name="PlaceHolder 13"/>
          <p:cNvSpPr txBox="1"/>
          <p:nvPr/>
        </p:nvSpPr>
        <p:spPr>
          <a:xfrm>
            <a:off x="605520" y="1512859"/>
            <a:ext cx="10980000" cy="4320000"/>
          </a:xfrm>
          <a:prstGeom prst="rect">
            <a:avLst/>
          </a:prstGeom>
          <a:noFill/>
          <a:ln w="0">
            <a:noFill/>
          </a:ln>
        </p:spPr>
        <p:txBody>
          <a:bodyPr anchor="t">
            <a:noAutofit/>
          </a:bodyPr>
          <a:lstStyle/>
          <a:p>
            <a:pPr marL="342900" indent="-342900" algn="just">
              <a:buFont typeface="Arial" panose="020B0604020202020204" pitchFamily="34" charset="0"/>
              <a:buChar char="•"/>
            </a:pPr>
            <a:r>
              <a:rPr lang="en-US" sz="2000" b="1" dirty="0">
                <a:solidFill>
                  <a:srgbClr val="000000"/>
                </a:solidFill>
                <a:latin typeface="Times New Roman"/>
              </a:rPr>
              <a:t>User Profiles and Preferences: </a:t>
            </a:r>
            <a:r>
              <a:rPr lang="en-US" sz="2000" dirty="0">
                <a:solidFill>
                  <a:srgbClr val="000000"/>
                </a:solidFill>
                <a:latin typeface="Times New Roman"/>
              </a:rPr>
              <a:t>Allow users to create profiles where they can set their favorite genres, shows, and characters. Use this data to provide personalized recommendations.</a:t>
            </a:r>
          </a:p>
          <a:p>
            <a:pPr marL="342900" indent="-342900" algn="just">
              <a:buFont typeface="Arial" panose="020B0604020202020204" pitchFamily="34" charset="0"/>
              <a:buChar char="•"/>
            </a:pPr>
            <a:endParaRPr lang="en-US" sz="2000" dirty="0">
              <a:solidFill>
                <a:srgbClr val="000000"/>
              </a:solidFill>
              <a:latin typeface="Times New Roman"/>
            </a:endParaRPr>
          </a:p>
          <a:p>
            <a:pPr marL="342900" indent="-342900" algn="just">
              <a:buFont typeface="Arial" panose="020B0604020202020204" pitchFamily="34" charset="0"/>
              <a:buChar char="•"/>
            </a:pPr>
            <a:r>
              <a:rPr lang="en-US" sz="2000" b="1" dirty="0">
                <a:solidFill>
                  <a:srgbClr val="000000"/>
                </a:solidFill>
                <a:latin typeface="Times New Roman"/>
              </a:rPr>
              <a:t>Recommendation System: </a:t>
            </a:r>
            <a:r>
              <a:rPr lang="en-US" sz="2000" dirty="0">
                <a:solidFill>
                  <a:srgbClr val="000000"/>
                </a:solidFill>
                <a:latin typeface="Times New Roman"/>
              </a:rPr>
              <a:t>Implement algorithms (like collaborative filtering or content-based filtering) to suggest anime and manga based on user preferences and viewing history.</a:t>
            </a:r>
          </a:p>
          <a:p>
            <a:pPr marL="342900" indent="-342900" algn="just">
              <a:buFont typeface="Arial" panose="020B0604020202020204" pitchFamily="34" charset="0"/>
              <a:buChar char="•"/>
            </a:pPr>
            <a:endParaRPr lang="en-US" sz="2000" dirty="0">
              <a:solidFill>
                <a:srgbClr val="000000"/>
              </a:solidFill>
              <a:latin typeface="Times New Roman"/>
            </a:endParaRPr>
          </a:p>
          <a:p>
            <a:pPr marL="342900" indent="-342900" algn="just">
              <a:buFont typeface="Arial" panose="020B0604020202020204" pitchFamily="34" charset="0"/>
              <a:buChar char="•"/>
            </a:pPr>
            <a:r>
              <a:rPr lang="en-US" sz="2000" b="1" dirty="0">
                <a:solidFill>
                  <a:srgbClr val="000000"/>
                </a:solidFill>
                <a:latin typeface="Times New Roman"/>
              </a:rPr>
              <a:t>HTML/CSS: </a:t>
            </a:r>
            <a:r>
              <a:rPr lang="en-US" sz="2000" dirty="0">
                <a:solidFill>
                  <a:srgbClr val="000000"/>
                </a:solidFill>
                <a:latin typeface="Times New Roman"/>
              </a:rPr>
              <a:t>For structuring and styling your web pages.</a:t>
            </a:r>
          </a:p>
          <a:p>
            <a:pPr marL="342900" indent="-342900" algn="just">
              <a:buFont typeface="Arial" panose="020B0604020202020204" pitchFamily="34" charset="0"/>
              <a:buChar char="•"/>
            </a:pPr>
            <a:endParaRPr lang="en-US" sz="2000" dirty="0">
              <a:solidFill>
                <a:srgbClr val="000000"/>
              </a:solidFill>
              <a:latin typeface="Times New Roman"/>
            </a:endParaRPr>
          </a:p>
          <a:p>
            <a:pPr marL="342900" indent="-342900" algn="just">
              <a:buFont typeface="Arial" panose="020B0604020202020204" pitchFamily="34" charset="0"/>
              <a:buChar char="•"/>
            </a:pPr>
            <a:r>
              <a:rPr lang="en-US" sz="2000" b="1" dirty="0">
                <a:solidFill>
                  <a:srgbClr val="000000"/>
                </a:solidFill>
                <a:latin typeface="Times New Roman"/>
              </a:rPr>
              <a:t>JavaScript:</a:t>
            </a:r>
            <a:r>
              <a:rPr lang="en-US" sz="2000" dirty="0">
                <a:solidFill>
                  <a:srgbClr val="000000"/>
                </a:solidFill>
                <a:latin typeface="Times New Roman"/>
              </a:rPr>
              <a:t> For adding interactivity, such as fetching data dynamically and handling user input.</a:t>
            </a:r>
          </a:p>
          <a:p>
            <a:pPr marL="342900" indent="-342900" algn="just">
              <a:buFont typeface="Arial" panose="020B0604020202020204" pitchFamily="34" charset="0"/>
              <a:buChar char="•"/>
            </a:pPr>
            <a:endParaRPr lang="en-US" sz="2000" dirty="0">
              <a:solidFill>
                <a:srgbClr val="000000"/>
              </a:solidFill>
              <a:latin typeface="Times New Roman"/>
            </a:endParaRPr>
          </a:p>
          <a:p>
            <a:pPr marL="342900" indent="-342900" algn="just">
              <a:buFont typeface="Arial" panose="020B0604020202020204" pitchFamily="34" charset="0"/>
              <a:buChar char="•"/>
            </a:pPr>
            <a:r>
              <a:rPr lang="en-US" sz="2000" b="1" dirty="0">
                <a:solidFill>
                  <a:srgbClr val="000000"/>
                </a:solidFill>
                <a:latin typeface="Times New Roman"/>
              </a:rPr>
              <a:t>SQL : </a:t>
            </a:r>
            <a:r>
              <a:rPr lang="en-US" sz="2000" dirty="0">
                <a:solidFill>
                  <a:srgbClr val="000000"/>
                </a:solidFill>
                <a:latin typeface="Times New Roman"/>
              </a:rPr>
              <a:t>to store trailer videos of particular anime , this DBMS is used.</a:t>
            </a:r>
            <a:endParaRPr lang="en-US" sz="2000" b="1" dirty="0">
              <a:solidFill>
                <a:srgbClr val="000000"/>
              </a:solidFill>
              <a:latin typeface="Times New Roman"/>
            </a:endParaRPr>
          </a:p>
          <a:p>
            <a:pPr algn="just"/>
            <a:endParaRPr lang="en-US" sz="2000" dirty="0">
              <a:solidFill>
                <a:srgbClr val="000000"/>
              </a:solidFill>
              <a:latin typeface="Times New Roman"/>
            </a:endParaRPr>
          </a:p>
          <a:p>
            <a:pPr algn="just"/>
            <a:endParaRPr lang="en-IN" sz="1000" b="0" u="none" strike="noStrike" dirty="0">
              <a:solidFill>
                <a:srgbClr val="000000"/>
              </a:solidFill>
              <a:uFillTx/>
              <a:latin typeface="Arial"/>
            </a:endParaRPr>
          </a:p>
        </p:txBody>
      </p:sp>
      <p:sp>
        <p:nvSpPr>
          <p:cNvPr id="3" name="PlaceHolder 2"/>
          <p:cNvSpPr>
            <a:spLocks noGrp="1"/>
          </p:cNvSpPr>
          <p:nvPr>
            <p:ph type="ftr" idx="10"/>
          </p:nvPr>
        </p:nvSpPr>
        <p:spPr/>
        <p:txBody>
          <a:bodyPr/>
          <a:lstStyle/>
          <a:p>
            <a:r>
              <a:rPr lang="en-US" dirty="0"/>
              <a:t>OTAKU NEXUS</a:t>
            </a:r>
            <a:r>
              <a:rPr dirty="0"/>
              <a:t> / Team No-58</a:t>
            </a:r>
          </a:p>
        </p:txBody>
      </p:sp>
      <p:sp>
        <p:nvSpPr>
          <p:cNvPr id="4" name="PlaceHolder 3"/>
          <p:cNvSpPr>
            <a:spLocks noGrp="1"/>
          </p:cNvSpPr>
          <p:nvPr>
            <p:ph type="dt" idx="12"/>
          </p:nvPr>
        </p:nvSpPr>
        <p:spPr/>
        <p:txBody>
          <a:bodyPr/>
          <a:lstStyle/>
          <a:p>
            <a:endParaRPr lang="en-IN" dirty="0"/>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133475-511D-C6E3-3F9B-360FD32F8886}"/>
              </a:ext>
            </a:extLst>
          </p:cNvPr>
          <p:cNvSpPr txBox="1"/>
          <p:nvPr/>
        </p:nvSpPr>
        <p:spPr>
          <a:xfrm>
            <a:off x="1107675" y="354413"/>
            <a:ext cx="287439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FLOWCHART</a:t>
            </a:r>
            <a:r>
              <a:rPr lang="en-IN" sz="2800" b="1" dirty="0">
                <a:latin typeface="+mj-lt"/>
              </a:rPr>
              <a:t> :</a:t>
            </a:r>
          </a:p>
        </p:txBody>
      </p:sp>
      <p:pic>
        <p:nvPicPr>
          <p:cNvPr id="3" name="Picture 2">
            <a:extLst>
              <a:ext uri="{FF2B5EF4-FFF2-40B4-BE49-F238E27FC236}">
                <a16:creationId xmlns:a16="http://schemas.microsoft.com/office/drawing/2014/main" id="{ABDC3149-534D-7690-3E64-5EA092F18F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2871" y="206476"/>
            <a:ext cx="4417065" cy="6576321"/>
          </a:xfrm>
          <a:prstGeom prst="rect">
            <a:avLst/>
          </a:prstGeom>
        </p:spPr>
      </p:pic>
    </p:spTree>
    <p:extLst>
      <p:ext uri="{BB962C8B-B14F-4D97-AF65-F5344CB8AC3E}">
        <p14:creationId xmlns:p14="http://schemas.microsoft.com/office/powerpoint/2010/main" val="114038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880" cy="1324800"/>
          </a:xfrm>
          <a:prstGeom prst="rect">
            <a:avLst/>
          </a:prstGeom>
          <a:noFill/>
          <a:ln w="0">
            <a:noFill/>
          </a:ln>
        </p:spPr>
        <p:txBody>
          <a:bodyPr lIns="91440" tIns="45720" rIns="91440" bIns="45720" anchor="ctr">
            <a:noAutofit/>
          </a:bodyPr>
          <a:lstStyle/>
          <a:p>
            <a:pPr marL="457200" indent="-228600" algn="ctr">
              <a:spcBef>
                <a:spcPts val="1191"/>
              </a:spcBef>
              <a:spcAft>
                <a:spcPts val="992"/>
              </a:spcAft>
              <a:buNone/>
            </a:pPr>
            <a:r>
              <a:rPr lang="en-US" sz="4000" b="1" u="none" strike="noStrike" dirty="0">
                <a:solidFill>
                  <a:srgbClr val="000000"/>
                </a:solidFill>
                <a:uFillTx/>
                <a:latin typeface="Times New Roman"/>
              </a:rPr>
              <a:t>Conclusion</a:t>
            </a:r>
            <a:endParaRPr lang="en-IN" sz="4000" b="0" u="none" strike="noStrike" dirty="0">
              <a:solidFill>
                <a:srgbClr val="000000"/>
              </a:solidFill>
              <a:uFillTx/>
              <a:latin typeface="Arial"/>
            </a:endParaRPr>
          </a:p>
        </p:txBody>
      </p:sp>
      <p:pic>
        <p:nvPicPr>
          <p:cNvPr id="67" name="Picture 66"/>
          <p:cNvPicPr/>
          <p:nvPr/>
        </p:nvPicPr>
        <p:blipFill>
          <a:blip r:embed="rId2"/>
          <a:stretch/>
        </p:blipFill>
        <p:spPr>
          <a:xfrm>
            <a:off x="1080000" y="423360"/>
            <a:ext cx="1244880" cy="836640"/>
          </a:xfrm>
          <a:prstGeom prst="rect">
            <a:avLst/>
          </a:prstGeom>
          <a:ln w="0">
            <a:noFill/>
          </a:ln>
        </p:spPr>
      </p:pic>
      <p:sp>
        <p:nvSpPr>
          <p:cNvPr id="68" name="PlaceHolder 15"/>
          <p:cNvSpPr txBox="1"/>
          <p:nvPr/>
        </p:nvSpPr>
        <p:spPr>
          <a:xfrm>
            <a:off x="900000" y="1980000"/>
            <a:ext cx="10321920" cy="4320000"/>
          </a:xfrm>
          <a:prstGeom prst="rect">
            <a:avLst/>
          </a:prstGeom>
          <a:noFill/>
          <a:ln w="0">
            <a:noFill/>
          </a:ln>
        </p:spPr>
        <p:txBody>
          <a:bodyPr anchor="t">
            <a:noAutofit/>
          </a:bodyPr>
          <a:lstStyle/>
          <a:p>
            <a:pPr marL="228600" algn="just">
              <a:spcBef>
                <a:spcPts val="1191"/>
              </a:spcBef>
              <a:spcAft>
                <a:spcPts val="992"/>
              </a:spcAft>
              <a:buClr>
                <a:srgbClr val="000000"/>
              </a:buClr>
              <a:buSzPct val="45000"/>
            </a:pPr>
            <a:r>
              <a:rPr lang="en-US" sz="2000" dirty="0">
                <a:latin typeface="Times New Roman" panose="02020603050405020304" pitchFamily="18" charset="0"/>
                <a:cs typeface="Times New Roman" panose="02020603050405020304" pitchFamily="18" charset="0"/>
              </a:rPr>
              <a:t>Otaku Nexus is here to tackle the challenge of finding anime and manga that truly resonate with each user's unique preferences. We offer personalized recommendations and rich, detailed information about characters and their backgrounds, helping fans connect more deeply with their favorite series. Built with essential web technologies like HTML, CSS, and JavaScript, and developed in VS Code, our platform ensures a smooth and engaging user experience. This means users can easily discover content that suits their tastes while diving deeper into the world of anime and manga. As Otaku Nexus grows, we're excited to explore new frameworks and technologies to further enhance our functionality and impact in the anime community.</a:t>
            </a:r>
            <a:endParaRPr lang="en-IN" sz="2000" b="0" u="none" strike="noStrike" dirty="0">
              <a:solidFill>
                <a:srgbClr val="000000"/>
              </a:solidFill>
              <a:uFillTx/>
              <a:latin typeface="Times New Roman" panose="02020603050405020304" pitchFamily="18" charset="0"/>
              <a:cs typeface="Times New Roman" panose="02020603050405020304" pitchFamily="18" charset="0"/>
            </a:endParaRPr>
          </a:p>
        </p:txBody>
      </p:sp>
      <p:sp>
        <p:nvSpPr>
          <p:cNvPr id="3" name="PlaceHolder 2"/>
          <p:cNvSpPr>
            <a:spLocks noGrp="1"/>
          </p:cNvSpPr>
          <p:nvPr>
            <p:ph type="ftr" idx="10"/>
          </p:nvPr>
        </p:nvSpPr>
        <p:spPr/>
        <p:txBody>
          <a:bodyPr/>
          <a:lstStyle/>
          <a:p>
            <a:r>
              <a:rPr lang="en-US" dirty="0"/>
              <a:t>OTAKU NEXUS</a:t>
            </a:r>
            <a:r>
              <a:rPr dirty="0"/>
              <a:t> / Team No-58</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420</TotalTime>
  <Words>555</Words>
  <Application>Microsoft Office PowerPoint</Application>
  <PresentationFormat>Widescreen</PresentationFormat>
  <Paragraphs>60</Paragraphs>
  <Slides>7</Slides>
  <Notes>0</Notes>
  <HiddenSlides>0</HiddenSlides>
  <MMClips>0</MMClips>
  <ScaleCrop>false</ScaleCrop>
  <HeadingPairs>
    <vt:vector size="6" baseType="variant">
      <vt:variant>
        <vt:lpstr>Fonts Used</vt:lpstr>
      </vt:variant>
      <vt:variant>
        <vt:i4>6</vt:i4>
      </vt:variant>
      <vt:variant>
        <vt:lpstr>Theme</vt:lpstr>
      </vt:variant>
      <vt:variant>
        <vt:i4>11</vt:i4>
      </vt:variant>
      <vt:variant>
        <vt:lpstr>Slide Titles</vt:lpstr>
      </vt:variant>
      <vt:variant>
        <vt:i4>7</vt:i4>
      </vt:variant>
    </vt:vector>
  </HeadingPairs>
  <TitlesOfParts>
    <vt:vector size="24" baseType="lpstr">
      <vt:lpstr>Arial</vt:lpstr>
      <vt:lpstr>Avenir</vt:lpstr>
      <vt:lpstr>Calibri</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VARDHAMAN COLLEGE OF ENGINEERING (AUTONOMOUS) Affiliated to JNTUH, Approved by AICTE, Accredited by NAAC with A++ Grade, ISO 9001:2015 Certified Kacharam, Shamshabad, Hyderabad – 501218, Telangana, India DEPARTMENT OF COMPUTER SCIENCE AND ENGINEERING (AI&amp;ML)</vt:lpstr>
      <vt:lpstr>AGENDA</vt:lpstr>
      <vt:lpstr>Project Overview</vt:lpstr>
      <vt:lpstr>Requirements</vt:lpstr>
      <vt:lpstr>Concepts / Technologies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 CSE - AI &amp; ML - 3rd Year Mini Project Presentation - I</dc:title>
  <dc:subject/>
  <dc:creator>vuppala balaji</dc:creator>
  <dc:description/>
  <cp:lastModifiedBy>shanmukhasiddhartha01@gmail.com</cp:lastModifiedBy>
  <cp:revision>18</cp:revision>
  <cp:lastPrinted>2024-09-08T16:13:48Z</cp:lastPrinted>
  <dcterms:created xsi:type="dcterms:W3CDTF">2023-05-10T07:33:00Z</dcterms:created>
  <dcterms:modified xsi:type="dcterms:W3CDTF">2024-11-27T08:03:31Z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0x0101000A028932E91FB04A9D57AAE90C09FA53</vt:lpwstr>
  </property>
  <property fmtid="{D5CDD505-2E9C-101B-9397-08002B2CF9AE}" pid="3" name="MediaServiceImageTags">
    <vt:lpwstr/>
  </property>
  <property fmtid="{D5CDD505-2E9C-101B-9397-08002B2CF9AE}" pid="4" name="PresentationFormat">
    <vt:lpwstr>Widescreen</vt:lpwstr>
  </property>
  <property fmtid="{D5CDD505-2E9C-101B-9397-08002B2CF9AE}" pid="5" name="Slides">
    <vt:i4>10</vt:i4>
  </property>
</Properties>
</file>